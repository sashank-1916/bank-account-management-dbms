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2.xml" ContentType="application/vnd.openxmlformats-officedocument.presentationml.notesSlide+xml"/>
  <Override PartName="/ppt/ink/ink7.xml" ContentType="application/inkml+xml"/>
  <Override PartName="/ppt/ink/ink8.xml" ContentType="application/inkml+xml"/>
  <Override PartName="/ppt/notesSlides/notesSlide3.xml" ContentType="application/vnd.openxmlformats-officedocument.presentationml.notesSlide+xml"/>
  <Override PartName="/ppt/ink/ink9.xml" ContentType="application/inkml+xml"/>
  <Override PartName="/ppt/ink/ink10.xml" ContentType="application/inkml+xml"/>
  <Override PartName="/ppt/notesSlides/notesSlide4.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notesSlides/notesSlide5.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6.xml" ContentType="application/vnd.openxmlformats-officedocument.presentationml.notesSlide+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25"/>
  </p:notesMasterIdLst>
  <p:sldIdLst>
    <p:sldId id="256" r:id="rId5"/>
    <p:sldId id="288" r:id="rId6"/>
    <p:sldId id="257" r:id="rId7"/>
    <p:sldId id="281" r:id="rId8"/>
    <p:sldId id="258" r:id="rId9"/>
    <p:sldId id="261" r:id="rId10"/>
    <p:sldId id="286" r:id="rId11"/>
    <p:sldId id="276" r:id="rId12"/>
    <p:sldId id="293" r:id="rId13"/>
    <p:sldId id="289" r:id="rId14"/>
    <p:sldId id="290" r:id="rId15"/>
    <p:sldId id="292" r:id="rId16"/>
    <p:sldId id="291" r:id="rId17"/>
    <p:sldId id="294" r:id="rId18"/>
    <p:sldId id="295" r:id="rId19"/>
    <p:sldId id="296" r:id="rId20"/>
    <p:sldId id="297" r:id="rId21"/>
    <p:sldId id="282" r:id="rId22"/>
    <p:sldId id="283" r:id="rId23"/>
    <p:sldId id="279" r:id="rId24"/>
  </p:sldIdLst>
  <p:sldSz cx="12192000" cy="6858000"/>
  <p:notesSz cx="6858000" cy="12192000"/>
  <p:embeddedFontLst>
    <p:embeddedFont>
      <p:font typeface="Arial Black" panose="020B0A04020102020204" pitchFamily="34" charset="0"/>
      <p:bold r:id="rId26"/>
    </p:embeddedFont>
    <p:embeddedFont>
      <p:font typeface="Barlow Bold" panose="020B0604020202020204" charset="0"/>
      <p:regular r:id="rId27"/>
      <p:bold r:id="rId28"/>
    </p:embeddedFont>
    <p:embeddedFont>
      <p:font typeface="Cambria" panose="02040503050406030204" pitchFamily="18" charset="0"/>
      <p:regular r:id="rId29"/>
      <p:bold r:id="rId30"/>
      <p:italic r:id="rId31"/>
      <p:boldItalic r:id="rId32"/>
    </p:embeddedFont>
    <p:embeddedFont>
      <p:font typeface="Consolas" panose="020B0609020204030204" pitchFamily="49" charset="0"/>
      <p:regular r:id="rId33"/>
      <p:bold r:id="rId34"/>
      <p:italic r:id="rId35"/>
      <p:boldItalic r:id="rId36"/>
    </p:embeddedFont>
    <p:embeddedFont>
      <p:font typeface="Lato" panose="020F0502020204030203" pitchFamily="34" charset="0"/>
      <p:regular r:id="rId37"/>
      <p:bold r:id="rId38"/>
      <p:italic r:id="rId39"/>
      <p:boldItalic r:id="rId40"/>
    </p:embeddedFont>
    <p:embeddedFont>
      <p:font typeface="Montserrat" panose="00000500000000000000" pitchFamily="2" charset="0"/>
      <p:regular r:id="rId41"/>
      <p:bold r:id="rId42"/>
      <p:italic r:id="rId43"/>
      <p:boldItalic r:id="rId44"/>
    </p:embeddedFont>
    <p:embeddedFont>
      <p:font typeface="Montserrat Bold" panose="00000800000000000000" charset="0"/>
      <p:regular r:id="rId45"/>
      <p:bold r:id="rId46"/>
    </p:embeddedFont>
    <p:embeddedFont>
      <p:font typeface="Platypi Medium" panose="020B0604020202020204" charset="0"/>
      <p:regular r:id="rId47"/>
    </p:embeddedFont>
    <p:embeddedFont>
      <p:font typeface="Poppins" panose="00000500000000000000" pitchFamily="2" charset="0"/>
      <p:regular r:id="rId48"/>
      <p:bold r:id="rId49"/>
      <p:italic r:id="rId50"/>
      <p:boldItalic r:id="rId51"/>
    </p:embeddedFont>
    <p:embeddedFont>
      <p:font typeface="Poppins SemiBold" panose="00000700000000000000" pitchFamily="2" charset="0"/>
      <p:bold r:id="rId52"/>
      <p:boldItalic r:id="rId53"/>
    </p:embeddedFont>
    <p:embeddedFont>
      <p:font typeface="Source Serif 4" panose="020B0604020202020204" charset="0"/>
      <p:regular r:id="rId5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0" d="100"/>
          <a:sy n="90" d="100"/>
        </p:scale>
        <p:origin x="211"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17.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0" Type="http://schemas.openxmlformats.org/officeDocument/2006/relationships/font" Target="fonts/font25.fntdata"/><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4.fntdata"/><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3" Type="http://schemas.openxmlformats.org/officeDocument/2006/relationships/font" Target="fonts/font28.fntdata"/><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font" Target="fonts/font23.fntdata"/><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font" Target="fonts/font2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font" Target="fonts/font16.fntdata"/><Relationship Id="rId54" Type="http://schemas.openxmlformats.org/officeDocument/2006/relationships/font" Target="fonts/font29.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font" Target="fonts/font11.fntdata"/><Relationship Id="rId49" Type="http://schemas.openxmlformats.org/officeDocument/2006/relationships/font" Target="fonts/font24.fntdata"/><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font" Target="fonts/font6.fntdata"/><Relationship Id="rId44" Type="http://schemas.openxmlformats.org/officeDocument/2006/relationships/font" Target="fonts/font19.fntdata"/><Relationship Id="rId52" Type="http://schemas.openxmlformats.org/officeDocument/2006/relationships/font" Target="fonts/font27.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ithra Vajja" userId="cf54fcfc80803353" providerId="LiveId" clId="{1B1B76FE-1CDC-4953-8BB0-376B9E87155D}"/>
    <pc:docChg chg="modSld sldOrd">
      <pc:chgData name="Pavithra Vajja" userId="cf54fcfc80803353" providerId="LiveId" clId="{1B1B76FE-1CDC-4953-8BB0-376B9E87155D}" dt="2026-09-29T15:54:34.308" v="3" actId="1076"/>
      <pc:docMkLst>
        <pc:docMk/>
      </pc:docMkLst>
      <pc:sldChg chg="modSp mod">
        <pc:chgData name="Pavithra Vajja" userId="cf54fcfc80803353" providerId="LiveId" clId="{1B1B76FE-1CDC-4953-8BB0-376B9E87155D}" dt="2026-09-22T10:07:25.575" v="2" actId="1076"/>
        <pc:sldMkLst>
          <pc:docMk/>
          <pc:sldMk cId="2664915165" sldId="290"/>
        </pc:sldMkLst>
        <pc:picChg chg="mod">
          <ac:chgData name="Pavithra Vajja" userId="cf54fcfc80803353" providerId="LiveId" clId="{1B1B76FE-1CDC-4953-8BB0-376B9E87155D}" dt="2026-09-22T10:07:25.575" v="2" actId="1076"/>
          <ac:picMkLst>
            <pc:docMk/>
            <pc:sldMk cId="2664915165" sldId="290"/>
            <ac:picMk id="5" creationId="{259D71DF-5B5B-9467-AE3C-60179AC70241}"/>
          </ac:picMkLst>
        </pc:picChg>
      </pc:sldChg>
      <pc:sldChg chg="ord">
        <pc:chgData name="Pavithra Vajja" userId="cf54fcfc80803353" providerId="LiveId" clId="{1B1B76FE-1CDC-4953-8BB0-376B9E87155D}" dt="2026-09-22T10:02:55.271" v="1"/>
        <pc:sldMkLst>
          <pc:docMk/>
          <pc:sldMk cId="2124618270" sldId="293"/>
        </pc:sldMkLst>
      </pc:sldChg>
      <pc:sldChg chg="modSp mod">
        <pc:chgData name="Pavithra Vajja" userId="cf54fcfc80803353" providerId="LiveId" clId="{1B1B76FE-1CDC-4953-8BB0-376B9E87155D}" dt="2026-09-29T15:54:34.308" v="3" actId="1076"/>
        <pc:sldMkLst>
          <pc:docMk/>
          <pc:sldMk cId="3109987477" sldId="296"/>
        </pc:sldMkLst>
        <pc:picChg chg="mod">
          <ac:chgData name="Pavithra Vajja" userId="cf54fcfc80803353" providerId="LiveId" clId="{1B1B76FE-1CDC-4953-8BB0-376B9E87155D}" dt="2026-09-29T15:54:34.308" v="3" actId="1076"/>
          <ac:picMkLst>
            <pc:docMk/>
            <pc:sldMk cId="3109987477" sldId="296"/>
            <ac:picMk id="3" creationId="{660E8148-E06B-312B-939E-0629FBAA7647}"/>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4:58:02.753"/>
    </inkml:context>
    <inkml:brush xml:id="br0">
      <inkml:brushProperty name="width" value="0.35" units="cm"/>
      <inkml:brushProperty name="height" value="0.35" units="cm"/>
      <inkml:brushProperty name="color" value="#FFFFFF"/>
    </inkml:brush>
  </inkml:definitions>
  <inkml:trace contextRef="#ctx0" brushRef="#br0">0 0 17407,'1581'0'0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4:58:15.099"/>
    </inkml:context>
    <inkml:brush xml:id="br0">
      <inkml:brushProperty name="width" value="0.35" units="cm"/>
      <inkml:brushProperty name="height" value="0.35" units="cm"/>
      <inkml:brushProperty name="color" value="#FFFFFF"/>
    </inkml:brush>
  </inkml:definitions>
  <inkml:trace contextRef="#ctx0" brushRef="#br0">0 1 15666,'0'376'0,"1873"-376"0,-1873-376 0,-1873 376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4:58:22.829"/>
    </inkml:context>
    <inkml:brush xml:id="br0">
      <inkml:brushProperty name="width" value="0.35" units="cm"/>
      <inkml:brushProperty name="height" value="0.35" units="cm"/>
      <inkml:brushProperty name="color" value="#FFFFFF"/>
    </inkml:brush>
  </inkml:definitions>
  <inkml:trace contextRef="#ctx0" brushRef="#br0">2434 31 4915,'50'23'14216,"-48"-20"-13856,1 0-1,-1 0 1,0 0 0,2 5 0,2 5-981,0 1 1,-1 0-1,6 28 0,-4-11 1531,-4-23-1996,-1 1-1,0 0 1,0 0 0,-1 1-1,0-1 1,-1 16 0,-1-20 753,0 0 0,0 0 1,0 0-1,-1 0 0,0 0 1,0 0-1,0 0 1,0-1-1,-1 1 0,0-1 1,0 1-1,0-1 1,-4 5-1,1-3 224,0 0 0,0-1 0,-1 1 0,0-1 0,0 0 0,0-1 0,0 0 0,-1 0 0,1 0-1,-1-1 1,0 0 0,0-1 0,0 0 0,-1 0 0,1-1 0,0 0 0,-1 0 0,1-1 0,-10 0 0,-888-4 960,888 5-759,1 1 0,-1 1 0,-20 5 1,17-3 668,-37 4 0,30-6 943,-35 8 1,38-5 142,-1-2-1,-28 1 0,-190-1-7106,-124-6 11894,176 0-3937,64 2-3713,124 0 995,0 0-1,0 0 1,0 0 0,0 0-1,0-1 1,0 0-1,0 0 1,0 0 0,0 0-1,1 0 1,-1-1-1,0 0 1,1 1-1,-1-1 1,1-1 0,0 1-1,-1 0 1,1-1-1,0 0 1,1 0 0,-1 0-1,0 0 1,1 0-1,0 0 1,-1-1 0,1 1-1,1-1 1,-1 1-1,0-1 1,1 0-1,-1-4 1,-17-46-2609,13 36 3183,1 0-1,1 0 1,1 0-1,0-1 1,1-19-1,0 0-552,1 24 0,0-1 0,1 1 0,0-1 0,1 1 0,1-1 0,6-25 0,-7 38 0,0-1 0,0 1 0,0 0 0,1 0 0,-1 1 0,1-1 0,-1 0 0,1 0 0,-1 1 0,1-1 0,0 1 0,0-1 0,0 1 0,0 0 0,3-2 0,12-4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4:58:26.062"/>
    </inkml:context>
    <inkml:brush xml:id="br0">
      <inkml:brushProperty name="width" value="0.35" units="cm"/>
      <inkml:brushProperty name="height" value="0.35" units="cm"/>
      <inkml:brushProperty name="color" value="#FFFFFF"/>
    </inkml:brush>
  </inkml:definitions>
  <inkml:trace contextRef="#ctx0" brushRef="#br0">1359 645 4915,'-67'-6'13450,"-29"-16"-11476,60 12-2314,-48-6 1,38 8 339,1-2 0,-72-26 0,44 12 0,45 16 0,-35-11 0,-65-29 0,115 43 0,0 1 0,0 0 0,0 1 0,-17-2 0,-25-6 0,-137-49-1937,131 45-85,43 12 1919,0-2 1,0 0-1,1 0 1,-31-15-1,43 17 115,1 0 1,0 0-1,-1 0 0,1 0 1,0-1-1,0 1 0,1-1 0,-1 0 1,1 0-1,0-1 0,0 1 1,1-1-1,-1 1 0,1-1 1,0 0-1,0 0 0,0 0 0,1 0 1,0 0-1,0 0 0,-1-8 1,1 7 65,1-1 0,-1 1 0,1 0-1,0-1 1,1 1 0,-1 0 0,1-1 0,1 1 0,-1 0 0,1 0 0,0 0 0,0 0 0,1 0 0,0 1 0,0-1 0,0 1 0,1-1 0,-1 1 0,1 0 0,0 1 0,1-1 0,-1 1 0,1 0 0,0 0 0,0 0 0,1 0 0,10-4 0,-10 4 289,0 0-250,0 0 1,0 0 0,1 1 0,0 0 0,-1 0 0,1 0 0,0 1 0,0 0 0,0 0 0,1 1 0,-1 0 0,0 0 0,13 1 0,-3 5-118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4:58:44.621"/>
    </inkml:context>
    <inkml:brush xml:id="br0">
      <inkml:brushProperty name="width" value="0.35" units="cm"/>
      <inkml:brushProperty name="height" value="0.35" units="cm"/>
      <inkml:brushProperty name="color" value="#FFFFFF"/>
    </inkml:brush>
  </inkml:definitions>
  <inkml:trace contextRef="#ctx0" brushRef="#br0">3656 598 4915,'-42'-36'14187,"-29"-12"-13578,8 6-660,15 5 51,19 14 0,-1 1 0,0 2 0,-38-19 0,9 9-3,-62-45 1,74 45-33,24 15-127,5 3 5,-1 0 0,0 1 0,-1 0 0,0 2 0,0 0 0,-35-8-1,-45-1-1582,-1 5 0,-202 0-1,183 13 987,-317 11-3386,-115-2 1464,334-12 2024,209 3 655,-19 1 105,1-1-1,-1-1 1,1-2 0,0-1 0,-39-10 0,33 5 721,-46-7 0,-2 1 879,52 10-758,1 2 1,-1 1-1,0 1 1,-39 4 0,-5-1 143,-275-2-656,334 0-361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4:58:47.223"/>
    </inkml:context>
    <inkml:brush xml:id="br0">
      <inkml:brushProperty name="width" value="0.35" units="cm"/>
      <inkml:brushProperty name="height" value="0.35" units="cm"/>
      <inkml:brushProperty name="color" value="#FFFFFF"/>
    </inkml:brush>
  </inkml:definitions>
  <inkml:trace contextRef="#ctx0" brushRef="#br0">1 0 4915,'0'0'0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14:00:42.805"/>
    </inkml:context>
    <inkml:brush xml:id="br0">
      <inkml:brushProperty name="width" value="0.35" units="cm"/>
      <inkml:brushProperty name="height" value="0.35" units="cm"/>
      <inkml:brushProperty name="color" value="#FFFFFF"/>
    </inkml:brush>
  </inkml:definitions>
  <inkml:trace contextRef="#ctx0" brushRef="#br0">0 1 24575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14:00:57.209"/>
    </inkml:context>
    <inkml:brush xml:id="br0">
      <inkml:brushProperty name="width" value="0.35" units="cm"/>
      <inkml:brushProperty name="height" value="0.35" units="cm"/>
      <inkml:brushProperty name="color" value="#FFFFFF"/>
    </inkml:brush>
  </inkml:definitions>
  <inkml:trace contextRef="#ctx0" brushRef="#br0">2446 570 24575,'1'-5'0,"0"0"0,0 0 0,1 1 0,0-1 0,0 0 0,5-8 0,2-7 0,0-2 0,16-47 0,-24 63 0,1 0 0,-1 0 0,0 0 0,0 0 0,-1 0 0,0 0 0,0 0 0,-1 0 0,-1-8 0,-1 9 0,0 1 0,0 0 0,-1 0 0,1 0 0,-1 0 0,0 1 0,0-1 0,-1 1 0,1 0 0,-1 0 0,-7-3 0,3 1 0,-15-8 0,-1 2 0,-1 0 0,1 2 0,-49-10 0,-77-8 0,28 7 0,88 13 0,-213-39 0,-200-2 0,402 44 0,-84-3 0,-40-4 0,147 8 0,-28-2 0,0-3 0,-57-17 0,77 18 0,-1 1 0,0 2 0,0 0 0,-1 3 0,1 0 0,-38 5 0,26-2 0,22-1 0,-1 0 0,1 1 0,-43 10 0,-18 14 0,79-26 0,0 1 0,0 0 0,0 0 0,0 1 0,0-1 0,0 1 0,0 0 0,-6 4 0,9-4 0,-1 0 0,0 0 0,1 0 0,-1 0 0,1 0 0,0 1 0,0-1 0,0 1 0,0-1 0,0 1 0,0-1 0,1 1 0,-1-1 0,1 1 0,0 3 0,-2 13 0,1 0 0,3 33 0,-2-51 0,0 1 0,0-1 0,0 0 0,0 1 0,-1-1 0,1 0 0,0 1 0,-1-1 0,1 0 0,-1 1 0,1-1 0,-1 0 0,0 0 0,1 0 0,-1 1 0,0-1 0,0 0 0,0 0 0,0 0 0,0 0 0,0 0 0,0-1 0,0 1 0,0 0 0,0 0 0,0-1 0,-3 2 0,-4 1 0,1-1 0,-1 0 0,0 0 0,-8 0 0,-21 8 0,37-10 0,0 0 0,0 0 0,0 0 0,0 0 0,-1 0 0,1 0 0,0 0 0,0 0 0,0 0 0,0 0 0,0 0 0,0 0 0,0 0 0,0 1 0,0-1 0,0 0 0,0 0 0,0 0 0,0 0 0,-1 0 0,1 0 0,0 0 0,0 0 0,0 0 0,0 1 0,0-1 0,0 0 0,0 0 0,0 0 0,0 0 0,0 0 0,0 0 0,0 0 0,0 1 0,0-1 0,0 0 0,1 0 0,-1 0 0,0 0 0,0 0 0,0 0 0,0 0 0,0 0 0,0 0 0,0 0 0,0 1 0,0-1 0,0 0 0,0 0 0,0 0 0,0 0 0,1 0 0,-1 0 0,0 0 0,0 0 0,0 0 0,0 0 0,0 0 0,0 0 0,0 0 0,1 0 0,10 5 0,14 1 0,27 1 0,98 28 0,-93-20 0,-15-6 0,1-1 0,0-3 0,83 1 0,-125-6 0,188-5 0,17-6 0,-31 6 0,99 0 0,-140 15 0,78 1 0,-61 14 0,-85-12 0,-56-11 0,1 0 0,-1 1 0,1 0 0,-1 0 0,0 1 0,-1 1 0,1-1 0,-1 2 0,1-1 0,-2 1 0,10 8 0,-17-13 0,1 0 0,-1 0 0,0 0 0,0 0 0,0 1 0,0-1 0,0 0 0,-1 0 0,1 1 0,0-1 0,0 0 0,-1 1 0,1-1 0,-1 1 0,1-1 0,-1 1 0,0-1 0,0 1 0,0-1 0,1 1 0,-1-1 0,-1 1 0,1-1 0,0 1 0,0-1 0,0 1 0,-1-1 0,1 1 0,-1-1 0,1 1 0,-1-1 0,0 0 0,0 1 0,1-1 0,-1 0 0,0 0 0,0 1 0,0-1 0,0 0 0,0 0 0,-1 0 0,1 0 0,0 0 0,0-1 0,-3 2 0,-1 2 0,1-1 0,-2 0 0,1-1 0,0 1 0,-1-1 0,1 0 0,-1-1 0,1 1 0,-1-1 0,-9 1 0,2-3 0,1-1 0,0-1 0,0 0 0,0 0 0,1-1 0,-12-6 0,-13-3 0,-107-38 0,100 37 0,-1 1 0,-87-13 0,-42 0 0,39 9 0,18 8 0,-167 8 0,91 12 0,122-7 0,51-4 0,0 0 0,-36 7 0,49-5 0,-1-1 0,1 1 0,0 1 0,0-1 0,0 1 0,0 0 0,1 1 0,-1-1 0,1 1 0,0 0 0,0 0 0,-7 8 0,11-11 0,0-1 0,0 1 0,0 0 0,0 0 0,1 0 0,-1 0 0,0 0 0,0 0 0,0 0 0,1 1 0,-1-1 0,1 0 0,-1 0 0,1 0 0,-1 1 0,1-1 0,0 0 0,0 0 0,-1 1 0,1-1 0,0 0 0,0 1 0,0-1 0,1 0 0,-1 1 0,0-1 0,0 0 0,1 1 0,-1-1 0,0 0 0,1 0 0,0 0 0,-1 1 0,1-1 0,0 0 0,-1 0 0,1 0 0,0 0 0,0 0 0,0 0 0,0 0 0,0 0 0,0-1 0,0 1 0,0 0 0,3 0 0,-1 1 0,1 0 0,0 0 0,0-1 0,0 0 0,0 0 0,0 0 0,0 0 0,0-1 0,0 0 0,0 1 0,0-1 0,0-1 0,0 1 0,6-2 0,0-1 0,1 0 0,-1 1 0,1 0 0,-1 1 0,1 0 0,0 1 0,0 0 0,-1 1 0,1 0 0,0 0 0,-1 1 0,15 5 0,15 4 0,0-1 0,0-2 0,45 3 0,315-5 0,-245-7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0:51.797"/>
    </inkml:context>
    <inkml:brush xml:id="br0">
      <inkml:brushProperty name="width" value="0.35" units="cm"/>
      <inkml:brushProperty name="height" value="0.35" units="cm"/>
      <inkml:brushProperty name="color" value="#FFFFFF"/>
    </inkml:brush>
  </inkml:definitions>
  <inkml:trace contextRef="#ctx0" brushRef="#br0">862 271 24575,'-8'-1'0,"1"-1"0,-1 1 0,1-1 0,-1-1 0,1 1 0,-11-7 0,-9-2 0,-276-73 0,278 81 0,0 1 0,0 1 0,-1 1 0,1 1 0,0 1 0,0 1 0,0 2 0,-43 13 0,29-6 0,1-2 0,-54 7 0,90-17 0,1 0 0,-1 0 0,1 0 0,-1 1 0,1-1 0,0 0 0,-1 1 0,1-1 0,-1 1 0,1 0 0,0-1 0,0 1 0,-1 0 0,1 0 0,0-1 0,0 1 0,0 0 0,0 0 0,0 0 0,-2 3 0,3-3 0,-1 0 0,1 1 0,0-1 0,-1 0 0,1 1 0,0-1 0,0 0 0,0 1 0,0-1 0,0 1 0,1-1 0,-1 0 0,0 1 0,0-1 0,1 0 0,-1 0 0,2 3 0,1 2 0,1 1 0,0-1 0,1 0 0,-1 0 0,1 0 0,7 6 0,26 30 0,-32-34 0,0 0 0,1 0 0,0-1 0,0 0 0,0 0 0,16 10 0,-14-12 0,1 0 0,0-1 0,0 0 0,0 0 0,1-1 0,-1-1 0,1 1 0,-1-2 0,21 2 0,218 2 0,-27 21 0,-85-15 0,86 5 0,-96 0 0,-23 0 0,-44-6 0,3 0 0,-11 0 0,71 2 0,-76-11 0,134-2 0,-76-5 0,44-4 0,-12-1 0,-118 9 0,1-1 0,-1-2 0,0 1 0,0-2 0,0-1 0,22-11 0,-28 11 0,0-1 0,-1-1 0,0 0 0,-1-1 0,0 0 0,0 0 0,-1-1 0,16-23 0,-24 31 0,-1 0 0,0 0 0,0-1 0,0 1 0,0 0 0,-1 0 0,1 0 0,-1-1 0,0 1 0,0 0 0,0-1 0,0 1 0,0 0 0,-1 0 0,0 0 0,1-1 0,-1 1 0,-1 0 0,1 0 0,0 0 0,-1 0 0,1 0 0,-1 1 0,-2-4 0,-2-3 0,0 1 0,0 1 0,0-1 0,-1 1 0,0 0 0,-15-11 0,14 14 0,-1 0 0,1 0 0,-1 1 0,-13-4 0,-1 0 0,-18-6 0,0 3 0,0 1 0,-85-7 0,-2 0 0,-10 0 0,89 10 0,0-1 0,-51-16 0,57 13 0,-181-52 0,190 52 0,0 2 0,0 1 0,-1 2 0,-35 0 0,68 5 0,0 0 0,-1 0 0,1 0 0,0 0 0,0 0 0,-1 1 0,1-1 0,0 1 0,0 0 0,0 0 0,0 0 0,0 0 0,0 0 0,0 0 0,0 0 0,0 0 0,0 1 0,1-1 0,-1 1 0,1 0 0,-1-1 0,1 1 0,-1 0 0,1 0 0,-1 2 0,1-1 0,-1 1 0,1-1 0,1 1 0,-1 0 0,0-1 0,1 1 0,0 0 0,0-1 0,0 1 0,0 0 0,1-1 0,-1 1 0,1 0 0,0-1 0,2 5 0,-2-4 0,0 0 0,1 0 0,0 0 0,-1 0 0,1-1 0,1 1 0,-1-1 0,1 1 0,-1-1 0,1 0 0,0 0 0,0 0 0,0 0 0,0 0 0,1-1 0,-1 0 0,1 1 0,0-1 0,-1-1 0,1 1 0,0 0 0,0-1 0,0 0 0,0 0 0,7 1 0,5-1 0,-1-1 0,0-1 0,0 0 0,0-1 0,25-6 0,-20 4 0,0 1 0,0 1 0,1 0 0,-1 2 0,0 0 0,1 1 0,21 5 0,155 47 0,-153-46-1365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5:30:53.476"/>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14:00:22.419"/>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14:00:28.684"/>
    </inkml:context>
    <inkml:brush xml:id="br0">
      <inkml:brushProperty name="width" value="0.35" units="cm"/>
      <inkml:brushProperty name="height" value="0.35" units="cm"/>
      <inkml:brushProperty name="color" value="#FFFFFF"/>
    </inkml:brush>
  </inkml:definitions>
  <inkml:trace contextRef="#ctx0" brushRef="#br0">2193 146 24569,'-1'6'0,"-2"0"0,-1-1 0,-2 1 0,-1 0 0,-3-1 0,-1 1 0,-1-1 0,-2 1 0,-2-1 0,-1 0 0,-2 1 0,-1-1 0,-2 0 0,-1-1 0,-2 1 0,-1 0 0,-1-1 0,-2 0 0,0 1 0,-2-1 0,-2-1 0,0 1 0,-1 0 0,-1-1 0,-2 0 0,0 0 0,-1-1 0,-1 1 0,0-1 0,-1 0 0,-1 0 0,0 0 0,-1-1 0,0 1 0,0-1 0,-1-1 0,1 1 0,-1-1 0,0 0 0,0 0 0,0 0 0,0-1 0,0 1 0,1-1 0,0-1 0,0 1 0,1-1 0,0 0 0,1 0 0,1 0 0,0-1 0,1 1 0,1-1 0,1 0 0,0 0 0,2-1 0,1 0 0,1 1 0,1-1 0,1-1 0,1 1 0,2 0 0,1-1 0,1 0 0,2 1 0,1-1 0,2 0 0,1-1 0,2 1 0,1 0 0,2-1 0,2 1 0,1-1 0,2 1 0,1-1 0,2 0 0,2 1 0,1-1 0,3 0 0,0 1 0,3-1 0,1 0 0,2 0 0,2 1 0,1-1 0,2 1 0,1-1 0,2 1 0,2-1 0,1 1 0,2 0 0,1 0 0,2 0 0,1 0 0,2 0 0,1 1 0,1-1 0,2 1 0,1 0 0,1 0 0,1 0 0,1 1 0,1-1 0,2 1 0,0 0 0,1 0 0,1 0 0,1 1 0,0-1 0,1 1 0,1 0 0,0 1 0,1-1 0,0 1 0,0 0 0,1 0 0,0 1 0,0-1 0,0 1 0,0 0 0,0 1 0,-1-1 0,1 1 0,-1 0 0,0 0 0,0 1 0,-1-1 0,0 1 0,-1 0 0,-1 1 0,0-1 0,-1 1 0,-1 0 0,0 0 0,-2 0 0,-1 1 0,-1-1 0,0 1 0,-2 0 0,-2 0 0,0 0 0,-2 1 0,-1-1 0,-1 1 0,-2 0 0,-1 0 0,-2 0 0,-1 0 0,-2 0 0,-1 1 0,-2-1 0,-2 1 0,-1-1 0,-1 1 0,-3-1 0,-1 1 0,-2 0 0,-1 0 0,-2-1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14:00:38.362"/>
    </inkml:context>
    <inkml:brush xml:id="br0">
      <inkml:brushProperty name="width" value="0.35" units="cm"/>
      <inkml:brushProperty name="height" value="0.35" units="cm"/>
      <inkml:brushProperty name="color" value="#FFFFFF"/>
    </inkml:brush>
  </inkml:definitions>
  <inkml:trace contextRef="#ctx0" brushRef="#br0">251 198 24575,'-4'-1'0,"0"0"0,0-1 0,0 1 0,0-1 0,0 0 0,1 0 0,-1 0 0,-3-3 0,-11-6 0,-20-8 0,25 11 0,-1 1 0,-1 1 0,1 0 0,-1 1 0,0 0 0,-29-4 0,43 8 0,0 1 0,0 0 0,0 0 0,0 0 0,0 0 0,1 0 0,-1 1 0,0-1 0,0 0 0,0 0 0,0 0 0,0 1 0,0-1 0,0 1 0,0-1 0,1 1 0,-1-1 0,0 1 0,0-1 0,1 1 0,-1-1 0,0 1 0,1 0 0,-1 0 0,0-1 0,1 1 0,-1 1 0,0 0 0,0 0 0,1 1 0,-1-1 0,1 0 0,0 1 0,-1-1 0,1 0 0,0 1 0,0-1 0,1 0 0,-1 3 0,3 8 0,1 0 0,-1-1 0,7 14 0,-8-22 0,2 7 0,1 0 0,0 0 0,1-1 0,0 0 0,8 11 0,-10-16 0,0-1 0,1 0 0,-1 0 0,1 0 0,0 0 0,0-1 0,0 1 0,0-1 0,1-1 0,-1 1 0,12 3 0,-16-6 0,2 1 0,0 0 0,0 0 0,1 0 0,-1 0 0,0-1 0,1 1 0,6-1 0,-9-1 0,1 1 0,-1-1 0,0 1 0,1-1 0,-1 0 0,0 0 0,1 0 0,-1 1 0,0-1 0,0 0 0,0-1 0,0 1 0,0 0 0,0 0 0,0 0 0,0-1 0,0 1 0,0 0 0,0-3 0,1 2 0,-1-1 0,1 1 0,0 0 0,0 0 0,0 0 0,0 0 0,0 1 0,0-1 0,1 0 0,-1 1 0,5-3 0,-5 4 0,0-1 0,0 0 0,0-1 0,0 1 0,0 0 0,0-1 0,-1 1 0,1-1 0,0 1 0,-1-1 0,1 0 0,-1 1 0,0-1 0,1 0 0,-1 0 0,0 0 0,0 0 0,0-1 0,1-3 0,10-37 0,4-20 0,-15 58 0,-1 0 0,1 0 0,-1-1 0,-1 1 0,1 0 0,-1 0 0,0 0 0,0 0 0,0 0 0,-4-8 0,-3-7 0,5 10 0,-2 0 0,1 0 0,-1 0 0,-10-13 0,15 23 0,0-1 0,0 1 0,0 0 0,0 0 0,0 0 0,0 0 0,0 0 0,0 0 0,0 0 0,0 0 0,0 0 0,0 0 0,0 0 0,0-1 0,0 1 0,0 0 0,-1 0 0,1 0 0,0 0 0,0 0 0,0 0 0,0 0 0,0 0 0,0 0 0,0 0 0,0 0 0,0 0 0,0 0 0,0 0 0,-1 0 0,1 0 0,0 0 0,0 0 0,0 0 0,0 0 0,0 0 0,0 0 0,0 0 0,0 0 0,0 0 0,-1 0 0,1 0 0,0 0 0,0 0 0,0 0 0,0 0 0,0 0 0,0 0 0,0 0 0,0 0 0,0 0 0,0 1 0,0-1 0,0 0 0,0 0 0,0 0 0,-1 0 0,1 0 0,0 0 0,0 0 0,0 0 0,0 0 0,0 0 0,0 10 0,2 15 0,-2-23 0,0 1 0,20 133 0,-17-117 0,-1 0 0,0 0 0,-3 23 0,3 27 0,-2-68 0,0-1 0,0 1 0,0-1 0,0 1 0,0 0 0,1-1 0,-1 1 0,0-1 0,0 1 0,1-1 0,-1 1 0,0-1 0,1 0 0,-1 1 0,0-1 0,1 1 0,-1-1 0,1 0 0,-1 1 0,1-1 0,-1 0 0,1 1 0,-1-1 0,1 0 0,-1 0 0,1 0 0,-1 1 0,2-1 0,21 0 0,19-10 0,-14-1 278,22-6-1921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6:11.819"/>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6:17.27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6:51.303"/>
    </inkml:context>
    <inkml:brush xml:id="br0">
      <inkml:brushProperty name="width" value="0.35" units="cm"/>
      <inkml:brushProperty name="height" value="0.35" units="cm"/>
      <inkml:brushProperty name="color" value="#FFFFFF"/>
    </inkml:brush>
  </inkml:definitions>
  <inkml:trace contextRef="#ctx0" brushRef="#br0">4415 1 24575,'-1'2'0,"0"1"0,-1-1 0,0 1 0,0-1 0,1 0 0,-1 0 0,0 0 0,-1 0 0,1 0 0,0 0 0,-1 0 0,-4 2 0,-1 2 0,-108 72 0,87-61 0,0 2 0,1 1 0,-42 39 0,-59 84 0,113-122 0,1 1 0,1 0 0,1 1 0,1 1 0,-12 30 0,20-43 0,3-9 0,0 1 0,0-1 0,0 1 0,0-1 0,1 1 0,-1-1 0,1 1 0,-1 4 0,1-6 0,1 0 0,-1 0 0,0-1 0,1 1 0,-1 0 0,1 0 0,-1 0 0,1 0 0,-1 0 0,1-1 0,0 1 0,-1 0 0,1 0 0,0-1 0,0 1 0,0-1 0,-1 1 0,1-1 0,0 1 0,0-1 0,0 1 0,0-1 0,0 0 0,0 1 0,0-1 0,0 0 0,1 0 0,98 20 0,-7-2 0,-38-5 0,-13-2 0,49 18 0,-89-29 0,572 203 0,-232-106 0,-222-70 0,63 18 0,-128-31 0,0-2 0,98 7 0,-59-6 0,-56-7 0,70 3 0,-77-7 0,0 0 0,37 9 0,19 2 0,52 8 0,15 1 0,-44-9 0,-60-6 0,70 1 0,20 6 0,-108-14 0,-8 1 0,0-1 0,-1-2 0,31-5 0,-47 6 0,0-1 0,-1 0 0,1 0 0,-1 0 0,0-1 0,0 0 0,0-1 0,0 1 0,0-1 0,0 0 0,-1 0 0,0-1 0,0 0 0,0 0 0,-1 0 0,4-6 0,0-2 0,-1-1 0,-1 0 0,0 0 0,-1-1 0,5-25 0,13-32 0,-20 63 0,1-1 0,-1 1 0,-1 0 0,0-1 0,0 0 0,-1 1 0,0-1 0,-1 0 0,0 0 0,-1-10 0,0 16 0,1 0 0,-1 0 0,0 1 0,0-1 0,-1 0 0,1 0 0,-1 1 0,0-1 0,0 0 0,0 1 0,0 0 0,-1-1 0,1 1 0,-1 0 0,0 1 0,0-1 0,0 0 0,0 1 0,-1-1 0,1 1 0,-1 0 0,1 0 0,-1 1 0,1-1 0,-1 1 0,-5-2 0,-55-12 0,-1 3 0,-70-4 0,-133 4 0,226 11 0,-474-2 0,280 5 0,205-1 0,1 2 0,-58 14 0,58-10 0,-1-1 0,-58 3 0,-37 5 0,72-13 0,0-3 0,0-2 0,1-2 0,-58-14 0,-102-25 0,23 2 0,5 6 0,110 23 0,26 1 0,38 9 0,0 1 0,0 0 0,0 1 0,-21-2 0,-96-10 0,-381 14 0,369 15 0,104-13 0,-60 10 0,60-6 0,-59 2 0,-162 6 0,59 0 0,174-12 0,-1 0 0,-41 9 0,-18 3 0,34-8 0,-56 2 0,80-7 0,-38 6 0,16-1 0,11-2 0,-258 21 0,88-3 0,33-2 0,-114 18 0,190-23 0,-318 41 0,290-52 0,88-5 0,0 2 0,-41 6 0,49-3 0,-43-1 0,44-3 0,-49 7 0,-78 10 0,93-13 0,52-5 0,0 1 0,0 0 0,0 1 0,0 1 0,0 0 0,1 0 0,-1 1 0,-16 6 0,27-8 0,0-1 0,-1 0 0,1 0 0,0 0 0,0 0 0,0 0 0,0 0 0,0 0 0,-1 0 0,1 0 0,0 0 0,0 0 0,0 0 0,0 0 0,0 0 0,0 1 0,0-1 0,-1 0 0,1 0 0,0 0 0,0 0 0,0 0 0,0 0 0,0 1 0,0-1 0,0 0 0,0 0 0,0 0 0,0 0 0,0 0 0,0 1 0,0-1 0,0 0 0,0 0 0,0 0 0,0 0 0,0 0 0,0 1 0,0-1 0,0 0 0,0 0 0,0 0 0,0 0 0,0 0 0,0 1 0,0-1 0,1 0 0,-1 0 0,0 0 0,0 0 0,0 0 0,0 0 0,0 0 0,0 0 0,0 1 0,0-1 0,1 0 0,-1 0 0,0 0 0,15 6 0,19 2 0,35 1 0,86-1 0,52 6 0,755-14 0,-875 7 0,4 0 0,-77-6 0,0 1 0,0 0 0,28 7 0,-28-5 0,0 0 0,1-2 0,26 3 0,70 4 0,-67-4 0,109 23 0,-108-21 0,59 16 0,-13-1 0,-46-13 0,181 29 0,-192-34 0,101 5 0,-86-9 0,16 0 0,89-11 0,-23-2 0,226 7 0,-208 8 0,-10-17 0,-100 16 0,-16 0 0,0-1 0,0-1 0,-1-1 0,23-5 0,-16 3 0,-1 1 0,0 1 0,1 1 0,35 4 0,7-1 0,-50-1 0,-14 0 0,-1-1 0,0 0 0,0 0 0,1 0 0,-1-1 0,0 0 0,10-2 0,-15 3 0,-1 0 0,0 0 0,1-1 0,-1 1 0,1 0 0,-1 0 0,0 0 0,1-1 0,-1 1 0,0 0 0,1 0 0,-1-1 0,0 1 0,0 0 0,1 0 0,-1-1 0,0 1 0,0 0 0,1-1 0,-1 1 0,0-1 0,0 1 0,0 0 0,1-1 0,-1 1 0,0 0 0,0-1 0,0 1 0,0-1 0,0 1 0,0-1 0,0 1 0,0 0 0,0-1 0,0 0 0,-12-13 0,-22-5 0,11 12 0,-1 1 0,0 1 0,0 2 0,0 0 0,-1 1 0,1 1 0,-1 2 0,-24 3 0,31-1 0,0 1 0,0 0 0,0 2 0,-23 10 0,-25 7 0,-206 51 0,189-56 0,-1-4 0,-1-3 0,-147-1 0,155-9 0,-82-3 0,22-12 0,75 10 0,2-2 0,-91-21 0,59 5 0,61 16 0,0-1 0,0-2 0,1-1 0,-42-20 0,70 29 0,-1-1 0,0 0 0,1 0 0,-1 0 0,1 0 0,0-1 0,0 1 0,0-1 0,0 1 0,0-1 0,0 0 0,1 0 0,-1 1 0,1-1 0,0 0 0,0 0 0,0-1 0,0 1 0,0 0 0,1 0 0,0 0 0,-1 0 0,1-1 0,1-2 0,-1 3 0,0 0 0,0 0 0,1 0 0,-1 1 0,1-1 0,0 0 0,0 1 0,0-1 0,0 0 0,0 1 0,1-1 0,-1 1 0,1 0 0,-1-1 0,1 1 0,0 0 0,0 0 0,0 0 0,0 0 0,0 0 0,1 1 0,-1-1 0,1 1 0,-1-1 0,1 1 0,-1 0 0,4-1 0,18-4 0,1 2 0,-1 0 0,1 2 0,0 1 0,44 3 0,126 25 0,9 1 0,15-7 0,86 3 0,-247-23 0,-21 0 0,67-7 0,-94 5 0,1-1 0,0 0 0,-1-1 0,0 0 0,0-1 0,0 0 0,0-1 0,0 0 0,-1 0 0,15-12 0,-17 12 0,1 1 0,-1 0 0,1 0 0,0 0 0,0 1 0,0 0 0,0 1 0,15-3 0,3 0 0,40-1 0,209 7 0,-146 13 0,-32-1 0,-57-6 0,72 1 0,-91-7 0,36 6 0,-9 0 0,0-2 0,68 4 0,-43-6 0,95 17 0,-122-13 0,29 3 0,24 3 0,103 27 0,-140-23 0,78 9 0,209 7 0,-199-22 0,-41-10 0,4 1 0,-67 5 0,21 0 0,45-8 0,-111 1 0,-1 0 0,1 0 0,-1 0 0,1 0 0,-1 0 0,1 0 0,-1 0 0,1 0 0,-1 0 0,0 0 0,1 0 0,-1 0 0,1 0 0,-1-1 0,1 1 0,-1 0 0,1 0 0,-1-1 0,0 1 0,1 0 0,-1 0 0,0-1 0,1 1 0,-1 0 0,0-1 0,1 0 0,-9-7 0,-19-3 0,8 8 0,1 2 0,0 0 0,-1 1 0,1 1 0,0 1 0,-1 0 0,-25 8 0,-38 4 0,35-11 0,0-2 0,-48-5 0,59-1 0,-1-2 0,1-2 0,1-1 0,-1-1 0,-39-21 0,68 30 0,1-1 0,-1 0 0,1-1 0,0 0 0,0 0 0,-6-5 0,10 7 0,0 0 0,0-1 0,1 1 0,-1-1 0,0 1 0,1-1 0,-1 0 0,1 1 0,0-1 0,0 0 0,0 0 0,1 0 0,-1 0 0,1 0 0,-1 0 0,1-5 0,0 2 0,-1 0 0,0 0 0,0 0 0,0 0 0,-1 0 0,1 1 0,-1-1 0,-1 1 0,1-1 0,-1 1 0,0 0 0,0 0 0,-1 0 0,1 0 0,-1 1 0,0-1 0,0 1 0,-1 0 0,1 0 0,-1 1 0,0-1 0,-9-4 0,-9-3 0,0 0 0,-1 2 0,0 0 0,-25-5 0,17 5 0,-23-5 0,-1 2 0,0 2 0,-84-3 0,47 11 0,-127 14 0,207-10 0,0 0 0,0 0 0,0 2 0,1 0 0,-1 0 0,1 1 0,0 1 0,0 0 0,0 0 0,1 1 0,-14 11 0,25-18 0,0 1 0,0-1 0,0 0 0,-1 0 0,1 0 0,0 0 0,0 0 0,0 0 0,0 0 0,-1 1 0,1-1 0,0 0 0,0 0 0,0 0 0,0 0 0,0 1 0,0-1 0,0 0 0,0 0 0,-1 0 0,1 0 0,0 1 0,0-1 0,0 0 0,0 0 0,0 0 0,0 1 0,0-1 0,0 0 0,0 0 0,0 0 0,0 1 0,0-1 0,0 0 0,1 0 0,-1 0 0,0 1 0,0-1 0,0 0 0,0 0 0,0 0 0,0 0 0,0 1 0,0-1 0,1 0 0,-1 0 0,0 0 0,13 4 0,17-2 0,-30-2 0,17-1 0,0 0 0,0-2 0,1 0 0,-2-1 0,34-13 0,5 0 0,-23 11 10,0 1-1,0 1 0,0 3 1,1 0-1,33 4 1,16 0-1432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7:07.650"/>
    </inkml:context>
    <inkml:brush xml:id="br0">
      <inkml:brushProperty name="width" value="0.35" units="cm"/>
      <inkml:brushProperty name="height" value="0.35" units="cm"/>
      <inkml:brushProperty name="color" value="#FFFFFF"/>
    </inkml:brush>
  </inkml:definitions>
  <inkml:trace contextRef="#ctx0" brushRef="#br0">0 127 24575,'9'-1'0,"-1"0"0,0-1 0,0 0 0,0-1 0,11-4 0,11-3 0,75-24 0,-61 19 0,1 2 0,55-10 0,-47 16 0,84-2 0,-152 11 0,0 0 0,0 2 0,0-1 0,0 2 0,1 0 0,0 0 0,0 1 0,-18 11 0,5-3 0,-34 11 0,47-20 32,4-3-159,0 1 0,0 0 0,1 1 0,-1 0 0,1 1 0,0 0 0,0 0 0,0 1 0,1 0 0,-14 13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6:25.09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6:26.686"/>
    </inkml:context>
    <inkml:brush xml:id="br0">
      <inkml:brushProperty name="width" value="0.35" units="cm"/>
      <inkml:brushProperty name="height" value="0.35" units="cm"/>
      <inkml:brushProperty name="color" value="#FFFFFF"/>
    </inkml:brush>
  </inkml:definitions>
  <inkml:trace contextRef="#ctx0" brushRef="#br0">1553 113 24575,'-42'42'0,"2"2"0,2 1 0,3 2 0,1 2 0,2 1 0,3 1 0,-33 78 0,45-91 0,-2 0 0,-32 49 0,51-86 0,0-1 0,0 1 0,-1-1 0,1 0 0,0 1 0,0-1 0,0 1 0,0-1 0,0 0 0,0 1 0,0-1 0,0 1 0,0-1 0,0 1 0,0-1 0,0 0 0,0 1 0,0-1 0,1 1 0,-1-1 0,0 0 0,0 1 0,0-1 0,0 1 0,1-1 0,-1 0 0,0 1 0,1-1 0,-1 0 0,0 1 0,0-1 0,1 0 0,-1 0 0,0 1 0,1-1 0,-1 0 0,1 0 0,-1 0 0,0 0 0,1 1 0,-1-1 0,1 0 0,-1 0 0,0 0 0,1 0 0,-1 0 0,1 0 0,-1 0 0,1 0 0,32 3 0,-21-2 0,12 4 0,218 38 0,121-24 0,-240-18 0,109-2 0,-211-1 0,0 0 0,0-1 0,0-1 0,0-1 0,0 0 0,-1-2 0,0-1 0,24-12 0,-39 18 0,0-1 0,0 0 0,0 0 0,0 0 0,0-1 0,-1 0 0,1 0 0,-1 0 0,0 0 0,0-1 0,-1 1 0,1-1 0,-1 0 0,0 0 0,0 0 0,-1-1 0,0 1 0,1-1 0,-2 1 0,1-1 0,-1 0 0,0 1 0,1-9 0,-1 6 0,-1 0 0,0-1 0,0 1 0,-1-1 0,0 1 0,0 0 0,-1 0 0,0-1 0,0 1 0,-1 0 0,0 1 0,-1-1 0,0 0 0,-7-11 0,0 5 0,0 1 0,-1 0 0,-1 1 0,0 0 0,0 0 0,-16-9 0,-26-13 0,-1 1 0,-84-35 0,85 43 0,-7 0 0,0 3 0,-1 2 0,-105-17 0,0-3 0,-32-7 0,23 18 0,-1 8 0,-1 8 0,-206 11 0,349 3 0,-1 2 0,1 2 0,0 1 0,1 2 0,-1 1 0,-36 15 0,65-21 0,0 0 0,0 1 0,0 0 0,1 0 0,-1 0 0,1 1 0,0 0 0,1 0 0,-1 1 0,1-1 0,0 1 0,0 0 0,1 1 0,0-1 0,0 1 0,0 0 0,1 0 0,0 0 0,1 0 0,-1 1 0,1-1 0,1 1 0,-1-1 0,1 1 0,1-1 0,-1 1 0,1 0 0,1 0 0,0-1 0,0 1 0,0-1 0,1 1 0,0-1 0,0 1 0,1-1 0,0 0 0,6 12 0,65 118 0,35 61 0,-100-185 0,0 0 0,1-1 0,1 0 0,0-1 0,21 17 0,68 44 0,-98-71 0,42 25 0,83 36 0,-72-37 0,-16-9 0,0-1 0,0-3 0,2-1 0,-1-2 0,1-2 0,0-1 0,1-3 0,54-1 0,-89-3 0,1 0 0,-1 0 0,1 0 0,-1-1 0,0 0 0,0-1 0,0 0 0,0 0 0,7-4 0,2-3 0,0-1 0,22-18 0,-23 15-1365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06:47:20.107"/>
    </inkml:context>
    <inkml:brush xml:id="br0">
      <inkml:brushProperty name="width" value="0.35" units="cm"/>
      <inkml:brushProperty name="height" value="0.35" units="cm"/>
      <inkml:brushProperty name="color" value="#FFFFFF"/>
    </inkml:brush>
  </inkml:definitions>
  <inkml:trace contextRef="#ctx0" brushRef="#br0">3472 339 24575,'-71'-4'0,"0"-4"0,1-2 0,-84-24 0,-23-4 0,-71-4 0,-19 0 0,225 37 0,1 2 0,-59 4 0,28 1 0,55-1 0,1 2 0,-1 0 0,1 0 0,0 2 0,0 0 0,-24 11 0,-20 6 0,36-12 0,0 2 0,1 0 0,1 1 0,0 1 0,-37 31 0,28-22 0,28-21 0,1 0 0,-1 0 0,1 0 0,0 1 0,-1-1 0,1 0 0,0 1 0,0-1 0,1 1 0,-1 0 0,0 0 0,1-1 0,0 1 0,0 0 0,0 0 0,-1 5 0,1-6 0,2 1 0,-1-1 0,0 1 0,0-1 0,1 0 0,-1 1 0,1-1 0,-1 0 0,1 1 0,0-1 0,0 0 0,0 0 0,1 0 0,-1 0 0,0 0 0,1 0 0,-1 0 0,1 0 0,0 0 0,-1-1 0,1 1 0,3 1 0,1 2 0,1-1 0,0 0 0,0 0 0,1 0 0,-1-1 0,1 0 0,-1-1 0,10 3 0,66 7 0,-41-8 0,40 11 0,34 3 0,-65-13 0,54 3 0,516-8 0,-481-15 0,-117 14 0,-1-1 0,38-9 0,-38 6 0,0 1 0,41-1 0,346 5 0,-391 2 0,-1-1 0,0 2 0,22 6 0,-21-5 0,-1 0 0,0-1 0,23 0 0,25 3 0,-57-4 0,0 0 0,0-1 0,0 0 0,1 0 0,-1-1 0,0 0 0,0-1 0,1 0 0,-1 0 0,0-1 0,0 0 0,0 0 0,0-1 0,-1 0 0,11-5 0,-11 4 0,-1 1 0,1 0 0,1 1 0,-1-1 0,0 1 0,1 0 0,-1 1 0,15-1 0,67 3 0,-37 2 0,-29-3 0,-11 1 0,0-1 0,0 0 0,-1-1 0,1-1 0,17-3 0,-27 4 0,1 0 0,-1 0 0,1 0 0,-1 0 0,1 0 0,-1-1 0,0 1 0,0-1 0,0 0 0,0 0 0,0 1 0,0-1 0,0 0 0,0-1 0,-1 1 0,1 0 0,-1 0 0,0-1 0,1 1 0,-1-1 0,0 1 0,0-1 0,-1 1 0,1-1 0,-1 0 0,1 1 0,-1-1 0,0-5 0,0 4 0,1-3 0,-1-1 0,0 0 0,-1 1 0,-1-10 0,1 15 0,1 0 0,-1 0 0,0 0 0,1 0 0,-1 0 0,0 0 0,0 1 0,0-1 0,0 0 0,-1 1 0,1-1 0,0 1 0,-1-1 0,1 1 0,-1 0 0,1-1 0,-1 1 0,0 0 0,1 0 0,-5-2 0,-3-2 0,10 1 0,21-1 0,34 5 0,-53 0 0,-1 1 0,1-1 0,-1 0 0,1 1 0,-1 0 0,1 0 0,-1 0 0,0 0 0,1 0 0,-1 0 0,0 0 0,0 1 0,0-1 0,0 1 0,0 0 0,0 0 0,0-1 0,-1 1 0,3 4 0,-1-2 0,-1 1 0,0-1 0,0 1 0,-1-1 0,0 1 0,0 0 0,0-1 0,0 1 0,0 9 0,-1 3 0,-2 0 0,1-1 0,-2 1 0,0-1 0,-6 18 0,-67 161 0,46-124 0,29-68 0,0 0 0,0-1 0,0 1 0,0-1 0,-1 1 0,1-1 0,-1 1 0,0-1 0,0 0 0,-4 4 0,6-6 0,-1 0 0,0 0 0,0 1 0,0-1 0,0 0 0,0 0 0,0 0 0,0 0 0,0 0 0,0 0 0,0 0 0,0 0 0,0-1 0,0 1 0,0 0 0,1 0 0,-1-1 0,0 1 0,0-1 0,0 1 0,0-1 0,1 1 0,-1-1 0,0 1 0,0-1 0,1 0 0,-1 1 0,0-1 0,1 0 0,-1 0 0,1 0 0,-1 1 0,1-1 0,-1-2 0,-35-43 0,14 19 0,-28-45 0,32 44 0,-2 1 0,0 2 0,-2 0 0,-1 1 0,-1 1 0,-33-24 0,48 39 0,-123-94 0,23 37 0,-55-40 0,160 103 0,-1-1 0,1 1 0,-1 0 0,1 0 0,-1 1 0,1-1 0,-1 1 0,0 0 0,0 0 0,-5 0 0,6 1 0,0 1 0,0 0 0,0 0 0,0 0 0,0 0 0,1 1 0,-1-1 0,1 1 0,-1 0 0,1 0 0,-1 1 0,1-1 0,-3 3 0,-23 18 0,-55 32 0,68-46 0,-1 0 0,1-2 0,-2 0 0,1-1 0,-1 0 0,1-2 0,-2 0 0,1-1 0,0-1 0,-23 0 0,-100 12 0,3-12 0,-142-5 0,222-4 0,31 4 0,-35-1 0,-78-11 0,-284 16 0,353 7 0,29-1 0,14-3 0,-39 12 0,47-10 0,-1-1 0,0-1 0,0-1 0,-26 1 0,25-5 0,1-1 0,-1-1 0,-31-9 0,30 6 0,-40-2 0,50 7 0,0 0 0,0-1 0,-1 0 0,-21-8 0,14 4 0,0 0 0,-1 2 0,0 0 0,0 2 0,-44 0 0,48 2 0,-11 0 0,0 0 0,1 2 0,-1 1 0,-50 12 0,60-11 0,0 0 0,0-2 0,-1 0 0,-30-2 0,23 0 0,-44 6 0,20 2 0,-9 3 0,-84 4 0,136-15 0,0 1 0,0-2 0,0 1 0,0-1 0,0 0 0,0-1 0,-13-4 0,17 5 0,1-1 0,1 0 0,-1 0 0,0 0 0,0 0 0,1 0 0,-1-1 0,1 1 0,0-1 0,-1 1 0,1-1 0,1 0 0,-1 0 0,0 0 0,1 0 0,-1 0 0,1-1 0,0 1 0,0 0 0,-1-6 0,0 1 0,1-1 0,0 1 0,0 0 0,1 0 0,0 0 0,0-1 0,1 1 0,0 0 0,0 0 0,1 0 0,4-11 0,-1 7 0,0 0 0,1 1 0,1 0 0,0 0 0,0 0 0,14-14 0,2-4 0,-18 21 0,1 0 0,0 1 0,0 0 0,1 0 0,14-11 0,-18 16 0,0 1 0,0-1 0,0 1 0,0 0 0,0 0 0,0 0 0,1 0 0,-1 0 0,0 1 0,1 0 0,-1-1 0,0 1 0,1 0 0,-1 1 0,0-1 0,0 1 0,1-1 0,-1 1 0,0 0 0,0 0 0,5 2 0,18 10 0,-1 0 0,31 23 0,-46-29 0,-2-2 0,0 1 0,0 0 0,-1 0 0,0 0 0,0 1 0,0 0 0,7 12 0,-10-13 0,-1 0 0,0 0 0,0 0 0,-1 1 0,0-1 0,0 1 0,0-1 0,-1 1 0,0 0 0,0 0 0,-1 9 0,0 12 0,-7 36 0,3-36 0,0 37 0,5-29 0,1 0 0,2-1 0,1 1 0,20 66 0,21 79 0,-43-150 0,-2-24 0,-1 0 0,1 0 0,0 1 0,1-1 0,0 0 0,5 12 0,-6-17 0,1 0 0,-1 1 0,1-1 0,0 0 0,0 0 0,0 0 0,0-1 0,0 1 0,0 0 0,0-1 0,0 1 0,1-1 0,-1 0 0,1 0 0,-1 0 0,1 0 0,-1 0 0,1 0 0,0-1 0,-1 1 0,1-1 0,5 0 0,-2 0 0,-1 0 0,1 0 0,0 0 0,-1-1 0,1 0 0,-1 0 0,1-1 0,-1 1 0,0-1 0,1 0 0,-1-1 0,0 1 0,0-1 0,-1 0 0,1-1 0,-1 1 0,1-1 0,-1 1 0,0-1 0,0-1 0,-1 1 0,1 0 0,-1-1 0,0 0 0,0 0 0,-1 0 0,5-9 0,-2 0 0,0-1 0,-1 1 0,0-1 0,-1 1 0,-1-1 0,0 0 0,-1 0 0,-1 0 0,-2-22 0,1 33 0,1 0 0,-1 1 0,0-1 0,-1 1 0,1-1 0,-1 1 0,1 0 0,-1-1 0,0 1 0,0 0 0,0 0 0,-1 0 0,1 1 0,-1-1 0,0 0 0,1 1 0,-1 0 0,0 0 0,-7-4 0,-5-2 0,-1 1 0,0 0 0,-20-5 0,-13-6 0,-104-44 0,60 26 0,64 24 0,1 3 0,-1 0 0,-1 2 0,1 1 0,-1 1 0,-1 2 0,-46 0 0,8 2 0,-59 2 0,122 1 0,1 0 0,-1 0 0,0 0 0,1 1 0,-1 0 0,1 0 0,0 0 0,0 0 0,0 1 0,0 0 0,1 0 0,0 0 0,0 1 0,-7 8 0,4-5 0,0 0 0,-1-1 0,-15 12 0,21-17 0,0 0 0,0 0 0,0 0 0,0 0 0,0 0 0,0 0 0,0 1 0,1-1 0,-1 1 0,1-1 0,-1 1 0,1-1 0,0 1 0,0 0 0,0 0 0,1-1 0,-1 1 0,1 0 0,-1 0 0,1 0 0,0 0 0,0 0 0,0 0 0,1 0 0,-1-1 0,2 5 0,1 8 0,1 0 0,1 1 0,11 23 0,-8-22 0,-4-6 0,2 1 0,0-1 0,0 0 0,1 0 0,9 12 0,-14-21 0,0 0 0,-1 1 0,1-1 0,0 0 0,1 0 0,-1-1 0,0 1 0,0 0 0,1-1 0,-1 1 0,1-1 0,-1 0 0,1 0 0,0 0 0,0 0 0,-1 0 0,1 0 0,0-1 0,0 0 0,0 1 0,0-1 0,-1 0 0,1 0 0,0-1 0,0 1 0,0 0 0,0-1 0,-1 0 0,5-1 0,7-5 0,0-1 0,17-13 0,17-11 0,15-4 0,103-79 0,-154 106 0,0-1 0,-1 0 0,15-18 0,-22 23 0,0 0 0,0-1 0,-1 1 0,0-1 0,0 0 0,0 0 0,0 0 0,-1-1 0,0 1 0,1-9 0,-3 12 0,1 1 0,-1-1 0,1 0 0,-1 0 0,1 0 0,0 0 0,0 1 0,1-1 0,-1 0 0,1 1 0,-1-1 0,1 1 0,0-1 0,3-3 0,-5 6 0,1 1 0,-1-1 0,0 0 0,1 0 0,-1 0 0,0 0 0,0 0 0,1 0 0,-1 1 0,0-1 0,1 0 0,-1 0 0,0 0 0,0 1 0,1-1 0,-1 0 0,0 0 0,0 1 0,0-1 0,0 0 0,1 1 0,-1-1 0,0 0 0,0 0 0,0 1 0,0-1 0,0 0 0,0 1 0,0-1 0,0 0 0,0 1 0,0-1 0,0 0 0,0 1 0,0-1 0,0 0 0,0 1 0,0-1 0,1 18 0,-1-18 0,-1 42 45,-12 73 0,5-54-1500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14:00:02.616"/>
    </inkml:context>
    <inkml:brush xml:id="br0">
      <inkml:brushProperty name="width" value="0.35" units="cm"/>
      <inkml:brushProperty name="height" value="0.35" units="cm"/>
      <inkml:brushProperty name="color" value="#FFFFFF"/>
    </inkml:brush>
  </inkml:definitions>
  <inkml:trace contextRef="#ctx0" brushRef="#br0">182 77 24575,'-51'-1'0,"-53"2"0,103-1 0,0 0 0,0 1 0,-1-1 0,1 0 0,0 1 0,0-1 0,-1 1 0,1 0 0,0-1 0,0 1 0,0 0 0,0 0 0,0-1 0,0 1 0,0 0 0,0 0 0,0 0 0,1 0 0,-1 0 0,0 1 0,1-1 0,-1 0 0,0 0 0,1 0 0,-1 1 0,1-1 0,0 0 0,-1 0 0,1 1 0,0-1 0,0 0 0,0 1 0,0-1 0,0 0 0,1 3 0,-1 7 0,2 0 0,-1 0 0,6 15 0,-3-10 0,1 10 0,2 0 0,1-1 0,13 31 0,-20-54 0,0 0 0,0 0 0,0 0 0,1 0 0,-1 0 0,1-1 0,-1 1 0,1 0 0,0-1 0,-1 1 0,1-1 0,0 0 0,0 1 0,0-1 0,0 0 0,0 0 0,0 0 0,5 1 0,1-1 0,1 1 0,0-1 0,15 0 0,4 0 0,4 1 0,0-1 0,37-4 0,137-7 0,-84 4 0,-27 0 0,120 7 0,-75 10 0,-56-6 0,-46-2 0,0 1 0,0 2 0,49 14 0,-48-9 0,56 6 0,-86-16 0,118 11 0,64 9 0,-59-10 0,126-5 0,-172-7 0,-75 0 0,-1 0 0,1 0 0,-1-1 0,1 0 0,-1-1 0,0-1 0,0 1 0,0-2 0,0 1 0,-1-1 0,0-1 0,16-11 0,-22 15 0,1-1 0,-1 0 0,1 0 0,-1-1 0,0 1 0,0-1 0,0 1 0,-1-1 0,1 0 0,-1 0 0,0 0 0,0 0 0,-1-1 0,1 1 0,-1 0 0,0-1 0,0 1 0,0-1 0,0 1 0,-1-1 0,0 0 0,0 1 0,-1-6 0,1 1 0,-1-1 0,0 0 0,0 1 0,-1-1 0,-1 1 0,-6-17 0,8 22 0,-1-1 0,-1 1 0,1 0 0,0-1 0,-1 1 0,0 0 0,0 1 0,0-1 0,-1 0 0,1 1 0,-1 0 0,0 0 0,0 0 0,0 0 0,-6-2 0,0 2 0,0 2 0,0-1 0,0 1 0,0 1 0,0 0 0,0 0 0,0 1 0,-15 3 0,8-1 0,-138 30 0,109-29 0,0-1 0,-74-5 0,85-3 0,-43-12 0,44 9 0,-47-5 0,-40 3 0,0-10 0,30 3 0,73 14 0,-47-6 0,-74 0 0,110 7 0,1-1 0,-38-8 0,-6-2 0,-88-6 0,99 14 0,-95-21 0,143 22 0,-1 1 0,1 1 0,-1 0 0,0 1 0,1 0 0,-1 1 0,-22 3 0,18 4 342,18-7-389,-1 0 1,1 0 0,-1 1 0,1-1 0,-4 5-600,4-4 600,0-1 0,0 0 0,0 1 0,0-1 0,0 1-1,0-1 1,0 1 0,0-1 0,0 1 0,0-1 0,0 1 0,0-1 0,0 0-1,1 1 1,-1-1 0,0 1 0,0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8:25:06.71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8:25:07.3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2181 366,'-1044'-23,"1032"22,-1 0,1-1,0 0,0-1,0-1,0 0,0 0,-14-8,-12-4,-589-179,396 131,113 29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8:26:01.8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1288 2,'-461'23,"96"-2,292-19,-234-2,306 0,-46-5,45 5,1-1,-1 1,1 0,-1 0,0-1,1 1,-1-1,1 0,-1 1,1-1,-1 0,1 0,0 0,-1 0,1 0,0 0,0 0,-1 0,1-1,0 1,0 0,1-1,-2-1,2 2,0 1,1-1,-1 0,0 0,1 1,-1-1,0 0,1 0,-1 1,1-1,-1 0,1 1,0-1,-1 1,1-1,0 1,-1-1,1 1,0-1,0 1,-1 0,1-1,0 1,0 0,-1-1,1 1,0 0,0 0,0 0,1 0,30-4,-29 4,7-1,0 1,0 0,1 1,-1 0,0 0,16 5,-10-1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8:26:03.21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776 899,'220'-7,"-53"0,1567 49,-1599-32,-133-10,-1 0,0 0,1 0,-1 0,1 0,-1 0,1 0,-1-1,0 1,1-1,-1 1,0-1,1 1,-1-1,0 1,1-1,0-1,-2 1,1 1,-1-1,0 1,0-1,0 0,0 1,0-1,0 1,0-1,0 1,0-1,0 0,0 1,0-1,0 1,-1-1,1 1,0-1,0 1,-1-1,1 1,0-1,-1 1,1-1,0 1,-1-1,0 0,-4-4,-1 0,1 1,-1-1,0 1,-8-4,-9-4,-1 2,0 1,-1 0,-25-4,-107-15,104 19,-735-86,360 49,-517-78,678 88,210 25,56 11,0 0,1 0,-1 0,0-1,0 1,1 0,-1-1,0 1,1 0,-1-1,0 1,1-1,-1 1,0-1,1 0,-1 1,1-1,-1 0,1 0,0 1,0-1,0 1,0-1,0 1,0-1,0 1,0 0,0-1,1 1,-1-1,0 1,0 0,1-1,-1 1,0 0,0-1,1 1,-1 0,0-1,1 1,-1 0,1 0,-1-1,1 1,39-15,95-14,191-15,-296 41,953-66,7 50,393 44,-1370-24,-20-1,-35 1,-364 8,1 19,1 17,3 17,-541 157,-503 289,1434-503,19-8,41-15,-36 13,163-59,129-38,127-28,1366-344,46 118,-1782 346,131-14,-189 24,-6 1,-12 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5:01:41.65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5300 0 0,'-5300'0'0,"5300"462"0,5300-924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5:01:42.65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0,'1991'117,"-1522"-60,332 38,1-30,-768-64,274 10,-208-11,105-15,-159 9,-1-2,-1-1,1-3,-2-1,0-3,41-20,-81 35,-1 0,0 0,0 0,0 0,0-1,0 1,0-1,0 1,0-1,-1 0,1 1,-1-1,1 0,-1 0,1 0,-1 0,0 0,1-3,-2 3,0 0,0 0,-1 1,1-1,0 0,-1 0,1 0,-1 1,0-1,0 0,1 1,-1-1,0 1,0-1,0 1,-1-1,1 1,0-1,-1 1,1 0,0 0,-1 0,-1-1,-40-32,33 23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5:01:45.2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9523 441,'-13'0,"-1"-1,0 0,-17-4,-11-2,-612-99,65 10,-1144-84,-11 137,1696 43,-3-1,1 2,0 2,0 3,-76 17,58-7,-1-4,-1-2,-81 0,123-8,-1314 20,997-24,-103 0,-556 4,778 6,-314 51,518-55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5:01:46.74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 0,'5370'193'0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05:01:56.6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711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3F0"/>
          </a:solidFill>
          <a:ln/>
        </p:spPr>
        <p:txBody>
          <a:bodyPr/>
          <a:lstStyle/>
          <a:p>
            <a:endParaRPr lang="en-IN"/>
          </a:p>
        </p:txBody>
      </p:sp>
      <p:sp>
        <p:nvSpPr>
          <p:cNvPr id="3" name="Shape 1"/>
          <p:cNvSpPr/>
          <p:nvPr/>
        </p:nvSpPr>
        <p:spPr>
          <a:xfrm>
            <a:off x="0" y="0"/>
            <a:ext cx="12191695" cy="6858000"/>
          </a:xfrm>
          <a:prstGeom prst="rect">
            <a:avLst/>
          </a:prstGeom>
          <a:solidFill>
            <a:srgbClr val="FFFFFF"/>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4524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209765" y="228285"/>
            <a:ext cx="5577413" cy="621876"/>
          </a:xfrm>
          <a:prstGeom prst="rect">
            <a:avLst/>
          </a:prstGeom>
        </p:spPr>
      </p:pic>
      <p:pic>
        <p:nvPicPr>
          <p:cNvPr id="17" name="bg object 17"/>
          <p:cNvPicPr/>
          <p:nvPr/>
        </p:nvPicPr>
        <p:blipFill>
          <a:blip r:embed="rId3" cstate="print"/>
          <a:stretch>
            <a:fillRect/>
          </a:stretch>
        </p:blipFill>
        <p:spPr>
          <a:xfrm>
            <a:off x="3067051" y="110938"/>
            <a:ext cx="6057899" cy="922174"/>
          </a:xfrm>
          <a:prstGeom prst="rect">
            <a:avLst/>
          </a:prstGeom>
        </p:spPr>
      </p:pic>
      <p:pic>
        <p:nvPicPr>
          <p:cNvPr id="18" name="bg object 18"/>
          <p:cNvPicPr/>
          <p:nvPr/>
        </p:nvPicPr>
        <p:blipFill>
          <a:blip r:embed="rId4" cstate="print"/>
          <a:stretch>
            <a:fillRect/>
          </a:stretch>
        </p:blipFill>
        <p:spPr>
          <a:xfrm>
            <a:off x="3228974" y="221830"/>
            <a:ext cx="5548376" cy="447220"/>
          </a:xfrm>
          <a:prstGeom prst="rect">
            <a:avLst/>
          </a:prstGeom>
        </p:spPr>
      </p:pic>
      <p:sp>
        <p:nvSpPr>
          <p:cNvPr id="19" name="bg object 19"/>
          <p:cNvSpPr/>
          <p:nvPr/>
        </p:nvSpPr>
        <p:spPr>
          <a:xfrm>
            <a:off x="3295650" y="256544"/>
            <a:ext cx="5420206" cy="353546"/>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sz="1588"/>
          </a:p>
        </p:txBody>
      </p:sp>
      <p:pic>
        <p:nvPicPr>
          <p:cNvPr id="20" name="bg object 20"/>
          <p:cNvPicPr/>
          <p:nvPr/>
        </p:nvPicPr>
        <p:blipFill>
          <a:blip r:embed="rId5" cstate="print"/>
          <a:stretch>
            <a:fillRect/>
          </a:stretch>
        </p:blipFill>
        <p:spPr>
          <a:xfrm>
            <a:off x="3990975" y="249565"/>
            <a:ext cx="4091051" cy="50268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441380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8.png"/><Relationship Id="rId12" Type="http://schemas.openxmlformats.org/officeDocument/2006/relationships/customXml" Target="../ink/ink5.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10.png"/><Relationship Id="rId5" Type="http://schemas.openxmlformats.org/officeDocument/2006/relationships/image" Target="../media/image7.png"/><Relationship Id="rId15" Type="http://schemas.openxmlformats.org/officeDocument/2006/relationships/image" Target="../media/image12.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9.png"/><Relationship Id="rId14" Type="http://schemas.openxmlformats.org/officeDocument/2006/relationships/customXml" Target="../ink/ink6.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jpg"/><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5.jpeg"/><Relationship Id="rId7" Type="http://schemas.openxmlformats.org/officeDocument/2006/relationships/customXml" Target="../ink/ink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customXml" Target="../ink/ink7.xml"/><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customXml" Target="../ink/ink9.xml"/><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customXml" Target="../ink/ink10.xml"/><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5.jpeg"/><Relationship Id="rId7" Type="http://schemas.openxmlformats.org/officeDocument/2006/relationships/customXml" Target="../ink/ink1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customXml" Target="../ink/ink11.xml"/><Relationship Id="rId10" Type="http://schemas.openxmlformats.org/officeDocument/2006/relationships/image" Target="../media/image23.png"/><Relationship Id="rId4" Type="http://schemas.openxmlformats.org/officeDocument/2006/relationships/image" Target="../media/image20.png"/><Relationship Id="rId9" Type="http://schemas.openxmlformats.org/officeDocument/2006/relationships/customXml" Target="../ink/ink13.xml"/></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27.png"/><Relationship Id="rId3" Type="http://schemas.openxmlformats.org/officeDocument/2006/relationships/image" Target="../media/image21.png"/><Relationship Id="rId7" Type="http://schemas.openxmlformats.org/officeDocument/2006/relationships/customXml" Target="../ink/ink16.xml"/><Relationship Id="rId12" Type="http://schemas.openxmlformats.org/officeDocument/2006/relationships/customXml" Target="../ink/ink19.xml"/><Relationship Id="rId2" Type="http://schemas.openxmlformats.org/officeDocument/2006/relationships/notesSlide" Target="../notesSlides/notesSlide5.xml"/><Relationship Id="rId16"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customXml" Target="../ink/ink15.xml"/><Relationship Id="rId11" Type="http://schemas.openxmlformats.org/officeDocument/2006/relationships/customXml" Target="../ink/ink18.xml"/><Relationship Id="rId5" Type="http://schemas.openxmlformats.org/officeDocument/2006/relationships/image" Target="../media/image12.png"/><Relationship Id="rId15" Type="http://schemas.openxmlformats.org/officeDocument/2006/relationships/image" Target="../media/image28.png"/><Relationship Id="rId10" Type="http://schemas.openxmlformats.org/officeDocument/2006/relationships/image" Target="../media/image26.png"/><Relationship Id="rId4" Type="http://schemas.openxmlformats.org/officeDocument/2006/relationships/customXml" Target="../ink/ink14.xml"/><Relationship Id="rId9" Type="http://schemas.openxmlformats.org/officeDocument/2006/relationships/customXml" Target="../ink/ink17.xml"/><Relationship Id="rId14" Type="http://schemas.openxmlformats.org/officeDocument/2006/relationships/customXml" Target="../ink/ink20.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customXml" Target="../ink/ink21.xml"/></Relationships>
</file>

<file path=ppt/slides/_rels/slide9.xml.rels><?xml version="1.0" encoding="UTF-8" standalone="yes"?>
<Relationships xmlns="http://schemas.openxmlformats.org/package/2006/relationships"><Relationship Id="rId8" Type="http://schemas.openxmlformats.org/officeDocument/2006/relationships/customXml" Target="../ink/ink25.xml"/><Relationship Id="rId3" Type="http://schemas.openxmlformats.org/officeDocument/2006/relationships/image" Target="../media/image36.png"/><Relationship Id="rId7" Type="http://schemas.openxmlformats.org/officeDocument/2006/relationships/image" Target="../media/image39.png"/><Relationship Id="rId2" Type="http://schemas.openxmlformats.org/officeDocument/2006/relationships/customXml" Target="../ink/ink22.xml"/><Relationship Id="rId1" Type="http://schemas.openxmlformats.org/officeDocument/2006/relationships/slideLayout" Target="../slideLayouts/slideLayout2.xml"/><Relationship Id="rId6" Type="http://schemas.openxmlformats.org/officeDocument/2006/relationships/customXml" Target="../ink/ink24.xml"/><Relationship Id="rId5" Type="http://schemas.openxmlformats.org/officeDocument/2006/relationships/image" Target="../media/image38.png"/><Relationship Id="rId10" Type="http://schemas.openxmlformats.org/officeDocument/2006/relationships/image" Target="../media/image29.png"/><Relationship Id="rId4" Type="http://schemas.openxmlformats.org/officeDocument/2006/relationships/customXml" Target="../ink/ink23.xml"/><Relationship Id="rId9" Type="http://schemas.openxmlformats.org/officeDocument/2006/relationships/image" Target="../media/image40.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customXml" Target="../ink/ink26.xml"/><Relationship Id="rId7" Type="http://schemas.openxmlformats.org/officeDocument/2006/relationships/customXml" Target="../ink/ink28.xml"/><Relationship Id="rId12"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33.png"/><Relationship Id="rId11" Type="http://schemas.openxmlformats.org/officeDocument/2006/relationships/customXml" Target="../ink/ink30.xml"/><Relationship Id="rId5" Type="http://schemas.openxmlformats.org/officeDocument/2006/relationships/customXml" Target="../ink/ink27.xml"/><Relationship Id="rId10" Type="http://schemas.openxmlformats.org/officeDocument/2006/relationships/image" Target="../media/image35.png"/><Relationship Id="rId4" Type="http://schemas.openxmlformats.org/officeDocument/2006/relationships/image" Target="../media/image32.png"/><Relationship Id="rId9" Type="http://schemas.openxmlformats.org/officeDocument/2006/relationships/customXml" Target="../ink/ink29.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ashank-1916/bank-account-management-dbms.git" TargetMode="External"/><Relationship Id="rId2" Type="http://schemas.openxmlformats.org/officeDocument/2006/relationships/image" Target="../media/image32.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C:/Users/pavit/Downloads/Bank_Account_Management_System_DBMS_Documentation.docx" TargetMode="External"/><Relationship Id="rId2" Type="http://schemas.openxmlformats.org/officeDocument/2006/relationships/hyperlink" Target="file:///C:\Users\pavit\Downloads\Bank_Account_Management_System_DBMS_Documentation%20(1).docx"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image" Target="../media/image45.png"/><Relationship Id="rId1" Type="http://schemas.openxmlformats.org/officeDocument/2006/relationships/slideLayout" Target="../slideLayouts/slideLayout3.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15.jpe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s>
</file>

<file path=ppt/slides/_rels/slide1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909822" y="2569580"/>
            <a:ext cx="9051403" cy="1689904"/>
          </a:xfrm>
          <a:prstGeom prst="rect">
            <a:avLst/>
          </a:prstGeom>
          <a:noFill/>
          <a:ln/>
        </p:spPr>
        <p:txBody>
          <a:bodyPr wrap="square" lIns="0" tIns="0" rIns="0" bIns="0" rtlCol="0" anchor="t">
            <a:normAutofit/>
          </a:bodyPr>
          <a:lstStyle/>
          <a:p>
            <a:pPr marL="0" indent="0" algn="l">
              <a:lnSpc>
                <a:spcPct val="104000"/>
              </a:lnSpc>
              <a:buNone/>
            </a:pPr>
            <a:r>
              <a:rPr lang="en-US" sz="3600">
                <a:ln w="0"/>
                <a:solidFill>
                  <a:schemeClr val="accent1"/>
                </a:solidFill>
                <a:effectLst>
                  <a:innerShdw blurRad="114300">
                    <a:prstClr val="black"/>
                  </a:innerShdw>
                </a:effectLst>
                <a:latin typeface="Platypi Medium" pitchFamily="34" charset="0"/>
                <a:ea typeface="Platypi Medium" pitchFamily="34" charset="-122"/>
                <a:cs typeface="Platypi Medium" pitchFamily="34" charset="-120"/>
              </a:rPr>
              <a:t>Bank Account Management System</a:t>
            </a:r>
            <a:endParaRPr lang="en-US" sz="3600">
              <a:ln w="0"/>
              <a:solidFill>
                <a:schemeClr val="accent1"/>
              </a:solidFill>
              <a:effectLst>
                <a:innerShdw blurRad="114300">
                  <a:prstClr val="black"/>
                </a:innerShdw>
              </a:effectLst>
            </a:endParaRPr>
          </a:p>
        </p:txBody>
      </p:sp>
      <p:sp>
        <p:nvSpPr>
          <p:cNvPr id="4" name="Text 1"/>
          <p:cNvSpPr/>
          <p:nvPr/>
        </p:nvSpPr>
        <p:spPr>
          <a:xfrm>
            <a:off x="2511706" y="1713052"/>
            <a:ext cx="6910086" cy="856527"/>
          </a:xfrm>
          <a:prstGeom prst="rect">
            <a:avLst/>
          </a:prstGeom>
          <a:noFill/>
          <a:ln/>
        </p:spPr>
        <p:txBody>
          <a:bodyPr wrap="none" lIns="0" tIns="0" rIns="0" bIns="0" rtlCol="0" anchor="t"/>
          <a:lstStyle/>
          <a:p>
            <a:pPr marL="0" indent="0" algn="l">
              <a:lnSpc>
                <a:spcPct val="133000"/>
              </a:lnSpc>
              <a:buNone/>
            </a:pPr>
            <a:r>
              <a:rPr lang="en-US" sz="2800">
                <a:solidFill>
                  <a:srgbClr val="504C49"/>
                </a:solidFill>
                <a:latin typeface="Source Serif 4" pitchFamily="34" charset="0"/>
                <a:ea typeface="Source Serif 4" pitchFamily="34" charset="-122"/>
                <a:cs typeface="Source Serif 4" pitchFamily="34" charset="-120"/>
              </a:rPr>
              <a:t>DBMS</a:t>
            </a:r>
            <a:r>
              <a:rPr lang="en-US" sz="1450">
                <a:solidFill>
                  <a:srgbClr val="504C49"/>
                </a:solidFill>
                <a:latin typeface="Source Serif 4" pitchFamily="34" charset="0"/>
                <a:ea typeface="Source Serif 4" pitchFamily="34" charset="-122"/>
                <a:cs typeface="Source Serif 4" pitchFamily="34" charset="-120"/>
              </a:rPr>
              <a:t> </a:t>
            </a:r>
            <a:r>
              <a:rPr lang="en-US" sz="2800">
                <a:solidFill>
                  <a:srgbClr val="504C49"/>
                </a:solidFill>
                <a:latin typeface="Source Serif 4" pitchFamily="34" charset="0"/>
                <a:ea typeface="Source Serif 4" pitchFamily="34" charset="-122"/>
                <a:cs typeface="Source Serif 4" pitchFamily="34" charset="-120"/>
              </a:rPr>
              <a:t>Capstone</a:t>
            </a:r>
            <a:r>
              <a:rPr lang="en-US" sz="1450">
                <a:solidFill>
                  <a:srgbClr val="504C49"/>
                </a:solidFill>
                <a:latin typeface="Source Serif 4" pitchFamily="34" charset="0"/>
                <a:ea typeface="Source Serif 4" pitchFamily="34" charset="-122"/>
                <a:cs typeface="Source Serif 4" pitchFamily="34" charset="-120"/>
              </a:rPr>
              <a:t> </a:t>
            </a:r>
            <a:r>
              <a:rPr lang="en-US" sz="2800">
                <a:solidFill>
                  <a:srgbClr val="504C49"/>
                </a:solidFill>
                <a:latin typeface="Source Serif 4" pitchFamily="34" charset="0"/>
                <a:ea typeface="Source Serif 4" pitchFamily="34" charset="-122"/>
                <a:cs typeface="Source Serif 4" pitchFamily="34" charset="-120"/>
              </a:rPr>
              <a:t>Project Review-1 2026-27</a:t>
            </a:r>
            <a:endParaRPr lang="en-US" sz="2800"/>
          </a:p>
        </p:txBody>
      </p:sp>
      <p:pic>
        <p:nvPicPr>
          <p:cNvPr id="7" name="Picture 6">
            <a:extLst>
              <a:ext uri="{FF2B5EF4-FFF2-40B4-BE49-F238E27FC236}">
                <a16:creationId xmlns:a16="http://schemas.microsoft.com/office/drawing/2014/main" id="{011015D7-9C55-3369-6031-3A84DD04717A}"/>
              </a:ext>
            </a:extLst>
          </p:cNvPr>
          <p:cNvPicPr>
            <a:picLocks noChangeAspect="1"/>
          </p:cNvPicPr>
          <p:nvPr/>
        </p:nvPicPr>
        <p:blipFill>
          <a:blip r:embed="rId3"/>
          <a:stretch>
            <a:fillRect/>
          </a:stretch>
        </p:blipFill>
        <p:spPr>
          <a:xfrm>
            <a:off x="2152891" y="509878"/>
            <a:ext cx="7554698" cy="994831"/>
          </a:xfrm>
          <a:prstGeom prst="rect">
            <a:avLst/>
          </a:prstGeom>
        </p:spPr>
      </p:pic>
      <p:sp>
        <p:nvSpPr>
          <p:cNvPr id="10" name="Rectangle 9">
            <a:extLst>
              <a:ext uri="{FF2B5EF4-FFF2-40B4-BE49-F238E27FC236}">
                <a16:creationId xmlns:a16="http://schemas.microsoft.com/office/drawing/2014/main" id="{2EC781C5-F12E-EB34-3368-1884C57943AA}"/>
              </a:ext>
            </a:extLst>
          </p:cNvPr>
          <p:cNvSpPr/>
          <p:nvPr/>
        </p:nvSpPr>
        <p:spPr>
          <a:xfrm>
            <a:off x="1099595" y="3279649"/>
            <a:ext cx="3393440" cy="235915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lvl="1"/>
            <a:r>
              <a:rPr lang="en-IN">
                <a:solidFill>
                  <a:srgbClr val="C00000"/>
                </a:solidFill>
              </a:rPr>
              <a:t>Presented</a:t>
            </a:r>
            <a:r>
              <a:rPr lang="en-IN"/>
              <a:t> </a:t>
            </a:r>
            <a:r>
              <a:rPr lang="en-IN">
                <a:solidFill>
                  <a:srgbClr val="C00000"/>
                </a:solidFill>
              </a:rPr>
              <a:t>by:</a:t>
            </a:r>
          </a:p>
          <a:p>
            <a:pPr lvl="1"/>
            <a:endParaRPr lang="en-IN"/>
          </a:p>
          <a:p>
            <a:pPr lvl="1"/>
            <a:r>
              <a:rPr lang="en-IN">
                <a:latin typeface="Source Serif 4" panose="020B0604020202020204" charset="0"/>
                <a:ea typeface="Source Serif 4" panose="020B0604020202020204" charset="0"/>
              </a:rPr>
              <a:t>25B11AI316</a:t>
            </a:r>
            <a:r>
              <a:rPr lang="en-IN"/>
              <a:t> – </a:t>
            </a:r>
            <a:r>
              <a:rPr lang="en-IN" err="1">
                <a:latin typeface="Source Serif 4" panose="020B0604020202020204" charset="0"/>
                <a:ea typeface="Source Serif 4" panose="020B0604020202020204" charset="0"/>
              </a:rPr>
              <a:t>G.Sashank</a:t>
            </a:r>
            <a:endParaRPr lang="en-IN">
              <a:latin typeface="Source Serif 4" panose="020B0604020202020204" charset="0"/>
              <a:ea typeface="Source Serif 4" panose="020B0604020202020204" charset="0"/>
            </a:endParaRPr>
          </a:p>
          <a:p>
            <a:pPr lvl="1"/>
            <a:r>
              <a:rPr lang="en-IN">
                <a:latin typeface="Source Serif 4" panose="020B0604020202020204" charset="0"/>
                <a:ea typeface="Source Serif 4" panose="020B0604020202020204" charset="0"/>
              </a:rPr>
              <a:t>25B11AI340</a:t>
            </a:r>
            <a:r>
              <a:rPr lang="en-IN"/>
              <a:t> – </a:t>
            </a:r>
            <a:r>
              <a:rPr lang="en-IN" err="1"/>
              <a:t>G.</a:t>
            </a:r>
            <a:r>
              <a:rPr lang="en-IN" err="1">
                <a:latin typeface="Source Serif 4" panose="020B0604020202020204" charset="0"/>
                <a:ea typeface="Source Serif 4" panose="020B0604020202020204" charset="0"/>
              </a:rPr>
              <a:t>Manoj</a:t>
            </a:r>
            <a:endParaRPr lang="en-IN">
              <a:latin typeface="Source Serif 4" panose="020B0604020202020204" charset="0"/>
              <a:ea typeface="Source Serif 4" panose="020B0604020202020204" charset="0"/>
            </a:endParaRPr>
          </a:p>
          <a:p>
            <a:pPr lvl="1"/>
            <a:r>
              <a:rPr lang="en-IN">
                <a:latin typeface="Source Serif 4" panose="020B0604020202020204" charset="0"/>
                <a:ea typeface="Source Serif 4" panose="020B0604020202020204" charset="0"/>
              </a:rPr>
              <a:t>25B11AI520</a:t>
            </a:r>
            <a:r>
              <a:rPr lang="en-IN"/>
              <a:t> – </a:t>
            </a:r>
            <a:r>
              <a:rPr lang="en-IN" err="1">
                <a:latin typeface="Source Serif 4" panose="020B0604020202020204" charset="0"/>
                <a:ea typeface="Source Serif 4" panose="020B0604020202020204" charset="0"/>
              </a:rPr>
              <a:t>V.Pavithra</a:t>
            </a:r>
            <a:endParaRPr lang="en-IN">
              <a:latin typeface="Source Serif 4" panose="020B0604020202020204" charset="0"/>
              <a:ea typeface="Source Serif 4" panose="020B0604020202020204" charset="0"/>
            </a:endParaRPr>
          </a:p>
          <a:p>
            <a:pPr lvl="1"/>
            <a:r>
              <a:rPr lang="en-IN">
                <a:latin typeface="Source Serif 4" panose="020B0604020202020204" charset="0"/>
                <a:ea typeface="Source Serif 4" panose="020B0604020202020204" charset="0"/>
              </a:rPr>
              <a:t>25B11AI527</a:t>
            </a:r>
            <a:r>
              <a:rPr lang="en-IN"/>
              <a:t> – </a:t>
            </a:r>
            <a:r>
              <a:rPr lang="en-IN" err="1"/>
              <a:t>B.</a:t>
            </a:r>
            <a:r>
              <a:rPr lang="en-IN" err="1">
                <a:latin typeface="Source Serif 4" panose="020B0604020202020204" charset="0"/>
                <a:ea typeface="Source Serif 4" panose="020B0604020202020204" charset="0"/>
              </a:rPr>
              <a:t>Harika</a:t>
            </a:r>
            <a:endParaRPr lang="en-IN">
              <a:latin typeface="Source Serif 4" panose="020B0604020202020204" charset="0"/>
              <a:ea typeface="Source Serif 4" panose="020B0604020202020204" charset="0"/>
            </a:endParaRPr>
          </a:p>
          <a:p>
            <a:pPr algn="ctr"/>
            <a:endParaRPr lang="en-IN"/>
          </a:p>
        </p:txBody>
      </p:sp>
      <p:sp>
        <p:nvSpPr>
          <p:cNvPr id="13" name="TextBox 12">
            <a:extLst>
              <a:ext uri="{FF2B5EF4-FFF2-40B4-BE49-F238E27FC236}">
                <a16:creationId xmlns:a16="http://schemas.microsoft.com/office/drawing/2014/main" id="{0CEBB912-88ED-E763-10BC-803BC059581B}"/>
              </a:ext>
            </a:extLst>
          </p:cNvPr>
          <p:cNvSpPr txBox="1"/>
          <p:nvPr/>
        </p:nvSpPr>
        <p:spPr>
          <a:xfrm>
            <a:off x="7382328" y="3898096"/>
            <a:ext cx="4047672" cy="1477328"/>
          </a:xfrm>
          <a:prstGeom prst="rect">
            <a:avLst/>
          </a:prstGeom>
          <a:noFill/>
        </p:spPr>
        <p:txBody>
          <a:bodyPr wrap="square" rtlCol="0">
            <a:spAutoFit/>
          </a:bodyPr>
          <a:lstStyle/>
          <a:p>
            <a:r>
              <a:rPr lang="en-IN">
                <a:solidFill>
                  <a:srgbClr val="C00000"/>
                </a:solidFill>
                <a:latin typeface="Source Serif 4" panose="020B0604020202020204" charset="0"/>
                <a:ea typeface="Source Serif 4" panose="020B0604020202020204" charset="0"/>
              </a:rPr>
              <a:t>Guided</a:t>
            </a:r>
            <a:r>
              <a:rPr lang="en-IN"/>
              <a:t> </a:t>
            </a:r>
            <a:r>
              <a:rPr lang="en-IN">
                <a:solidFill>
                  <a:srgbClr val="C00000"/>
                </a:solidFill>
                <a:latin typeface="Source Serif 4" panose="020B0604020202020204" charset="0"/>
                <a:ea typeface="Source Serif 4" panose="020B0604020202020204" charset="0"/>
              </a:rPr>
              <a:t>by</a:t>
            </a:r>
            <a:r>
              <a:rPr lang="en-IN">
                <a:solidFill>
                  <a:srgbClr val="C00000"/>
                </a:solidFill>
              </a:rPr>
              <a:t>:</a:t>
            </a:r>
          </a:p>
          <a:p>
            <a:r>
              <a:rPr lang="en-IN">
                <a:solidFill>
                  <a:srgbClr val="C00000"/>
                </a:solidFill>
              </a:rPr>
              <a:t>	     </a:t>
            </a:r>
            <a:r>
              <a:rPr lang="en-IN">
                <a:latin typeface="Times New Roman" panose="02020603050405020304" pitchFamily="18" charset="0"/>
                <a:cs typeface="Times New Roman" panose="02020603050405020304" pitchFamily="18" charset="0"/>
              </a:rPr>
              <a:t>G L </a:t>
            </a:r>
            <a:r>
              <a:rPr lang="en-IN" err="1">
                <a:latin typeface="Times New Roman" panose="02020603050405020304" pitchFamily="18" charset="0"/>
                <a:cs typeface="Times New Roman" panose="02020603050405020304" pitchFamily="18" charset="0"/>
              </a:rPr>
              <a:t>Narasamba</a:t>
            </a:r>
            <a:r>
              <a:rPr lang="en-IN">
                <a:latin typeface="Times New Roman" panose="02020603050405020304" pitchFamily="18" charset="0"/>
                <a:cs typeface="Times New Roman" panose="02020603050405020304" pitchFamily="18" charset="0"/>
              </a:rPr>
              <a:t> </a:t>
            </a:r>
            <a:r>
              <a:rPr lang="en-IN" err="1">
                <a:latin typeface="Times New Roman" panose="02020603050405020304" pitchFamily="18" charset="0"/>
                <a:cs typeface="Times New Roman" panose="02020603050405020304" pitchFamily="18" charset="0"/>
              </a:rPr>
              <a:t>Vanguri</a:t>
            </a:r>
            <a:endParaRPr lang="en-IN">
              <a:solidFill>
                <a:srgbClr val="C00000"/>
              </a:solidFill>
              <a:latin typeface="Times New Roman" panose="02020603050405020304" pitchFamily="18" charset="0"/>
              <a:cs typeface="Times New Roman" panose="02020603050405020304" pitchFamily="18" charset="0"/>
            </a:endParaRPr>
          </a:p>
          <a:p>
            <a:r>
              <a:rPr lang="en-IN">
                <a:solidFill>
                  <a:srgbClr val="C00000"/>
                </a:solidFill>
                <a:latin typeface="Times New Roman" panose="02020603050405020304" pitchFamily="18" charset="0"/>
                <a:cs typeface="Times New Roman" panose="02020603050405020304" pitchFamily="18" charset="0"/>
              </a:rPr>
              <a:t>                   </a:t>
            </a:r>
          </a:p>
          <a:p>
            <a:r>
              <a:rPr lang="en-IN">
                <a:solidFill>
                  <a:srgbClr val="C00000"/>
                </a:solidFill>
              </a:rPr>
              <a:t>                                                                                                                                                                                                                                                                                                                                                                                                                                                                                                                                                                                                                                                                                                                                                                                                                                                                                                           </a:t>
            </a:r>
          </a:p>
          <a:p>
            <a:endParaRPr lang="en-IN"/>
          </a:p>
        </p:txBody>
      </p:sp>
      <p:sp>
        <p:nvSpPr>
          <p:cNvPr id="15" name="Rectangle 14">
            <a:extLst>
              <a:ext uri="{FF2B5EF4-FFF2-40B4-BE49-F238E27FC236}">
                <a16:creationId xmlns:a16="http://schemas.microsoft.com/office/drawing/2014/main" id="{5FA60859-1779-81E7-923A-895D2B6CBCDB}"/>
              </a:ext>
            </a:extLst>
          </p:cNvPr>
          <p:cNvSpPr/>
          <p:nvPr/>
        </p:nvSpPr>
        <p:spPr>
          <a:xfrm>
            <a:off x="1666241" y="5324355"/>
            <a:ext cx="9426164" cy="87324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a:solidFill>
                  <a:srgbClr val="FF0000"/>
                </a:solidFill>
                <a:latin typeface="Source Serif 4" panose="020B0604020202020204" charset="0"/>
                <a:ea typeface="Source Serif 4" panose="020B0604020202020204" charset="0"/>
              </a:rPr>
              <a:t>Department</a:t>
            </a:r>
            <a:r>
              <a:rPr lang="en-IN" sz="2400">
                <a:latin typeface="Source Serif 4" panose="020B0604020202020204" charset="0"/>
                <a:ea typeface="Source Serif 4" panose="020B0604020202020204" charset="0"/>
              </a:rPr>
              <a:t> : </a:t>
            </a:r>
            <a:r>
              <a:rPr lang="en-IN" sz="2400">
                <a:ln w="0"/>
                <a:solidFill>
                  <a:schemeClr val="accent1"/>
                </a:solidFill>
                <a:effectLst>
                  <a:outerShdw blurRad="50800" dist="38100" dir="16200000" rotWithShape="0">
                    <a:prstClr val="black">
                      <a:alpha val="40000"/>
                    </a:prstClr>
                  </a:outerShdw>
                </a:effectLst>
                <a:latin typeface="Source Serif 4" panose="020B0604020202020204" charset="0"/>
                <a:ea typeface="Source Serif 4" panose="020B0604020202020204" charset="0"/>
              </a:rPr>
              <a:t>Artificial Intelligence and Machine Learning</a:t>
            </a:r>
            <a:endParaRPr lang="en-IN" sz="2400">
              <a:effectLst>
                <a:outerShdw blurRad="50800" dist="38100" dir="16200000" rotWithShape="0">
                  <a:prstClr val="black">
                    <a:alpha val="40000"/>
                  </a:prstClr>
                </a:outerShdw>
              </a:effectLst>
              <a:latin typeface="Source Serif 4" panose="020B0604020202020204" charset="0"/>
              <a:ea typeface="Source Serif 4" panose="020B0604020202020204" charset="0"/>
            </a:endParaRPr>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BC2331C8-E7EF-3ED5-35E4-1DC3A40FDE34}"/>
                  </a:ext>
                </a:extLst>
              </p14:cNvPr>
              <p14:cNvContentPartPr/>
              <p14:nvPr/>
            </p14:nvContentPartPr>
            <p14:xfrm>
              <a:off x="11216360" y="6685200"/>
              <a:ext cx="569520" cy="720"/>
            </p14:xfrm>
          </p:contentPart>
        </mc:Choice>
        <mc:Fallback xmlns="">
          <p:pic>
            <p:nvPicPr>
              <p:cNvPr id="6" name="Ink 5">
                <a:extLst>
                  <a:ext uri="{FF2B5EF4-FFF2-40B4-BE49-F238E27FC236}">
                    <a16:creationId xmlns:a16="http://schemas.microsoft.com/office/drawing/2014/main" id="{BC2331C8-E7EF-3ED5-35E4-1DC3A40FDE34}"/>
                  </a:ext>
                </a:extLst>
              </p:cNvPr>
              <p:cNvPicPr/>
              <p:nvPr/>
            </p:nvPicPr>
            <p:blipFill>
              <a:blip r:embed="rId5"/>
              <a:stretch>
                <a:fillRect/>
              </a:stretch>
            </p:blipFill>
            <p:spPr>
              <a:xfrm>
                <a:off x="11153360" y="6559200"/>
                <a:ext cx="69516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0A67C2F3-6D16-5681-03BE-257EEB96980B}"/>
                  </a:ext>
                </a:extLst>
              </p14:cNvPr>
              <p14:cNvContentPartPr/>
              <p14:nvPr/>
            </p14:nvContentPartPr>
            <p14:xfrm>
              <a:off x="11259861" y="6574536"/>
              <a:ext cx="674398" cy="136008"/>
            </p14:xfrm>
          </p:contentPart>
        </mc:Choice>
        <mc:Fallback xmlns="">
          <p:pic>
            <p:nvPicPr>
              <p:cNvPr id="9" name="Ink 8">
                <a:extLst>
                  <a:ext uri="{FF2B5EF4-FFF2-40B4-BE49-F238E27FC236}">
                    <a16:creationId xmlns:a16="http://schemas.microsoft.com/office/drawing/2014/main" id="{0A67C2F3-6D16-5681-03BE-257EEB96980B}"/>
                  </a:ext>
                </a:extLst>
              </p:cNvPr>
              <p:cNvPicPr/>
              <p:nvPr/>
            </p:nvPicPr>
            <p:blipFill>
              <a:blip r:embed="rId7"/>
              <a:stretch>
                <a:fillRect/>
              </a:stretch>
            </p:blipFill>
            <p:spPr>
              <a:xfrm>
                <a:off x="11196884" y="6511402"/>
                <a:ext cx="799993" cy="26191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4628E023-25A4-9EA1-27D4-B618A1B45527}"/>
                  </a:ext>
                </a:extLst>
              </p14:cNvPr>
              <p14:cNvContentPartPr/>
              <p14:nvPr/>
            </p14:nvContentPartPr>
            <p14:xfrm>
              <a:off x="11153360" y="6633360"/>
              <a:ext cx="915480" cy="165240"/>
            </p14:xfrm>
          </p:contentPart>
        </mc:Choice>
        <mc:Fallback xmlns="">
          <p:pic>
            <p:nvPicPr>
              <p:cNvPr id="11" name="Ink 10">
                <a:extLst>
                  <a:ext uri="{FF2B5EF4-FFF2-40B4-BE49-F238E27FC236}">
                    <a16:creationId xmlns:a16="http://schemas.microsoft.com/office/drawing/2014/main" id="{4628E023-25A4-9EA1-27D4-B618A1B45527}"/>
                  </a:ext>
                </a:extLst>
              </p:cNvPr>
              <p:cNvPicPr/>
              <p:nvPr/>
            </p:nvPicPr>
            <p:blipFill>
              <a:blip r:embed="rId9"/>
              <a:stretch>
                <a:fillRect/>
              </a:stretch>
            </p:blipFill>
            <p:spPr>
              <a:xfrm>
                <a:off x="11090360" y="6570497"/>
                <a:ext cx="1041120" cy="290607"/>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6091CEB8-A043-EB51-0787-755C44BD4BC3}"/>
                  </a:ext>
                </a:extLst>
              </p14:cNvPr>
              <p14:cNvContentPartPr/>
              <p14:nvPr/>
            </p14:nvContentPartPr>
            <p14:xfrm>
              <a:off x="11529920" y="6453000"/>
              <a:ext cx="489240" cy="232560"/>
            </p14:xfrm>
          </p:contentPart>
        </mc:Choice>
        <mc:Fallback xmlns="">
          <p:pic>
            <p:nvPicPr>
              <p:cNvPr id="12" name="Ink 11">
                <a:extLst>
                  <a:ext uri="{FF2B5EF4-FFF2-40B4-BE49-F238E27FC236}">
                    <a16:creationId xmlns:a16="http://schemas.microsoft.com/office/drawing/2014/main" id="{6091CEB8-A043-EB51-0787-755C44BD4BC3}"/>
                  </a:ext>
                </a:extLst>
              </p:cNvPr>
              <p:cNvPicPr/>
              <p:nvPr/>
            </p:nvPicPr>
            <p:blipFill>
              <a:blip r:embed="rId11"/>
              <a:stretch>
                <a:fillRect/>
              </a:stretch>
            </p:blipFill>
            <p:spPr>
              <a:xfrm>
                <a:off x="11466920" y="6390000"/>
                <a:ext cx="61488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48A84CB0-994F-5E00-25AA-6A6CFAA3C41C}"/>
                  </a:ext>
                </a:extLst>
              </p14:cNvPr>
              <p14:cNvContentPartPr/>
              <p14:nvPr/>
            </p14:nvContentPartPr>
            <p14:xfrm>
              <a:off x="10680600" y="6368256"/>
              <a:ext cx="1316520" cy="215640"/>
            </p14:xfrm>
          </p:contentPart>
        </mc:Choice>
        <mc:Fallback xmlns="">
          <p:pic>
            <p:nvPicPr>
              <p:cNvPr id="14" name="Ink 13">
                <a:extLst>
                  <a:ext uri="{FF2B5EF4-FFF2-40B4-BE49-F238E27FC236}">
                    <a16:creationId xmlns:a16="http://schemas.microsoft.com/office/drawing/2014/main" id="{48A84CB0-994F-5E00-25AA-6A6CFAA3C41C}"/>
                  </a:ext>
                </a:extLst>
              </p:cNvPr>
              <p:cNvPicPr/>
              <p:nvPr/>
            </p:nvPicPr>
            <p:blipFill>
              <a:blip r:embed="rId13"/>
              <a:stretch>
                <a:fillRect/>
              </a:stretch>
            </p:blipFill>
            <p:spPr>
              <a:xfrm>
                <a:off x="10617600" y="6305151"/>
                <a:ext cx="1442160" cy="34149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76053F6A-B537-98DD-9E7D-743BD238CFBC}"/>
                  </a:ext>
                </a:extLst>
              </p14:cNvPr>
              <p14:cNvContentPartPr/>
              <p14:nvPr/>
            </p14:nvContentPartPr>
            <p14:xfrm>
              <a:off x="9509520" y="4858416"/>
              <a:ext cx="360" cy="360"/>
            </p14:xfrm>
          </p:contentPart>
        </mc:Choice>
        <mc:Fallback xmlns="">
          <p:pic>
            <p:nvPicPr>
              <p:cNvPr id="16" name="Ink 15">
                <a:extLst>
                  <a:ext uri="{FF2B5EF4-FFF2-40B4-BE49-F238E27FC236}">
                    <a16:creationId xmlns:a16="http://schemas.microsoft.com/office/drawing/2014/main" id="{76053F6A-B537-98DD-9E7D-743BD238CFBC}"/>
                  </a:ext>
                </a:extLst>
              </p:cNvPr>
              <p:cNvPicPr/>
              <p:nvPr/>
            </p:nvPicPr>
            <p:blipFill>
              <a:blip r:embed="rId15"/>
              <a:stretch>
                <a:fillRect/>
              </a:stretch>
            </p:blipFill>
            <p:spPr>
              <a:xfrm>
                <a:off x="9446520" y="4795416"/>
                <a:ext cx="126000" cy="12600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915015" y="180274"/>
            <a:ext cx="1026178" cy="374416"/>
          </a:xfrm>
          <a:prstGeom prst="rect">
            <a:avLst/>
          </a:prstGeom>
        </p:spPr>
      </p:pic>
      <p:sp>
        <p:nvSpPr>
          <p:cNvPr id="4" name="object 4"/>
          <p:cNvSpPr txBox="1"/>
          <p:nvPr/>
        </p:nvSpPr>
        <p:spPr>
          <a:xfrm>
            <a:off x="2162630" y="1321671"/>
            <a:ext cx="3731136" cy="4915539"/>
          </a:xfrm>
          <a:prstGeom prst="rect">
            <a:avLst/>
          </a:prstGeom>
        </p:spPr>
        <p:txBody>
          <a:bodyPr vert="horz" wrap="square" lIns="0" tIns="14568" rIns="0" bIns="0" rtlCol="0">
            <a:spAutoFit/>
          </a:bodyPr>
          <a:lstStyle/>
          <a:p>
            <a:pPr marL="344039" indent="-332832">
              <a:spcBef>
                <a:spcPts val="115"/>
              </a:spcBef>
              <a:buFont typeface="Cambria"/>
              <a:buAutoNum type="arabicPeriod"/>
              <a:tabLst>
                <a:tab pos="344039" algn="l"/>
              </a:tabLst>
            </a:pPr>
            <a:r>
              <a:rPr lang="en-IN" sz="1765">
                <a:latin typeface="Times New Roman" panose="02020603050405020304" pitchFamily="18" charset="0"/>
                <a:cs typeface="Times New Roman" panose="02020603050405020304" pitchFamily="18" charset="0"/>
              </a:rPr>
              <a:t>Introduction</a:t>
            </a:r>
          </a:p>
          <a:p>
            <a:pPr marL="344039" indent="-332832">
              <a:spcBef>
                <a:spcPts val="115"/>
              </a:spcBef>
              <a:buFont typeface="Cambria"/>
              <a:buAutoNum type="arabicPeriod"/>
              <a:tabLst>
                <a:tab pos="344039" algn="l"/>
              </a:tabLst>
            </a:pPr>
            <a:endParaRPr lang="en-IN" sz="1765">
              <a:latin typeface="Times New Roman" panose="02020603050405020304" pitchFamily="18" charset="0"/>
              <a:cs typeface="Times New Roman" panose="02020603050405020304" pitchFamily="18" charset="0"/>
            </a:endParaRPr>
          </a:p>
          <a:p>
            <a:pPr marL="344039" indent="-332832">
              <a:spcBef>
                <a:spcPts val="115"/>
              </a:spcBef>
              <a:buFont typeface="Cambria"/>
              <a:buAutoNum type="arabicPeriod"/>
              <a:tabLst>
                <a:tab pos="344039" algn="l"/>
              </a:tabLst>
            </a:pPr>
            <a:r>
              <a:rPr lang="en-IN" sz="1765">
                <a:latin typeface="Times New Roman" panose="02020603050405020304" pitchFamily="18" charset="0"/>
                <a:cs typeface="Times New Roman" panose="02020603050405020304" pitchFamily="18" charset="0"/>
              </a:rPr>
              <a:t>Abstract</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Finalize title, objectives &amp; problem statement</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Identify entities &amp; attributes</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Design ER diagram &amp; relationships</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Prepare relational database schema</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Define Primary &amp; Foreign Keys</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Create GitHub repo &amp; responsibilities</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Database creation &amp; constraints</a:t>
            </a:r>
          </a:p>
        </p:txBody>
      </p:sp>
      <p:sp>
        <p:nvSpPr>
          <p:cNvPr id="20" name="object 20"/>
          <p:cNvSpPr txBox="1"/>
          <p:nvPr/>
        </p:nvSpPr>
        <p:spPr>
          <a:xfrm>
            <a:off x="6158471" y="1321671"/>
            <a:ext cx="3617647" cy="3300995"/>
          </a:xfrm>
          <a:prstGeom prst="rect">
            <a:avLst/>
          </a:prstGeom>
        </p:spPr>
        <p:txBody>
          <a:bodyPr vert="horz" wrap="square" lIns="0" tIns="14568" rIns="0" bIns="0" rtlCol="0">
            <a:spAutoFit/>
          </a:bodyPr>
          <a:lstStyle/>
          <a:p>
            <a:pPr marL="11207">
              <a:spcBef>
                <a:spcPts val="115"/>
              </a:spcBef>
              <a:tabLst>
                <a:tab pos="344039" algn="l"/>
              </a:tabLst>
            </a:pPr>
            <a:r>
              <a:rPr lang="en-IN" sz="1765">
                <a:latin typeface="Times New Roman" panose="02020603050405020304" pitchFamily="18" charset="0"/>
                <a:cs typeface="Times New Roman" panose="02020603050405020304" pitchFamily="18" charset="0"/>
              </a:rPr>
              <a:t>10.  Insert sample data</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DDL, DML &amp; DQL operations</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CRUD operations &amp; SQL queries</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Data integrity &amp; validation</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Project documentation</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Demonstrate &amp; present database</a:t>
            </a:r>
          </a:p>
          <a:p>
            <a:pPr marL="344039" indent="-332832">
              <a:spcBef>
                <a:spcPts val="1818"/>
              </a:spcBef>
              <a:buAutoNum type="arabicPeriod"/>
              <a:tabLst>
                <a:tab pos="344039" algn="l"/>
              </a:tabLst>
            </a:pPr>
            <a:r>
              <a:rPr lang="en-IN" sz="1765">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3810000" y="29709"/>
            <a:ext cx="4706471" cy="1057333"/>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sz="1588"/>
            </a:p>
          </p:txBody>
        </p:sp>
      </p:grpSp>
      <p:sp>
        <p:nvSpPr>
          <p:cNvPr id="10" name="object 9"/>
          <p:cNvSpPr txBox="1">
            <a:spLocks/>
          </p:cNvSpPr>
          <p:nvPr/>
        </p:nvSpPr>
        <p:spPr>
          <a:xfrm>
            <a:off x="4838950" y="252434"/>
            <a:ext cx="2517962" cy="313382"/>
          </a:xfrm>
          <a:prstGeom prst="rect">
            <a:avLst/>
          </a:prstGeom>
        </p:spPr>
        <p:txBody>
          <a:bodyPr vert="horz" wrap="square" lIns="0" tIns="14568" rIns="0" bIns="0" rtlCol="0">
            <a:spAutoFit/>
          </a:bodyPr>
          <a:lstStyle>
            <a:lvl1pPr>
              <a:defRPr>
                <a:latin typeface="+mj-lt"/>
                <a:ea typeface="+mj-ea"/>
                <a:cs typeface="+mj-cs"/>
              </a:defRPr>
            </a:lvl1pPr>
          </a:lstStyle>
          <a:p>
            <a:pPr marL="11206" algn="ctr">
              <a:spcBef>
                <a:spcPts val="115"/>
              </a:spcBef>
            </a:pPr>
            <a:r>
              <a:rPr lang="en-IN" sz="1941" b="1">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40342" y="308865"/>
            <a:ext cx="5827897" cy="547489"/>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lIns="0" tIns="0" rIns="0" bIns="0" rtlCol="0" anchor="t"/>
          <a:lstStyle/>
          <a:p>
            <a:pPr>
              <a:lnSpc>
                <a:spcPct val="104000"/>
              </a:lnSpc>
            </a:pPr>
            <a:r>
              <a:rPr lang="en-US" sz="3400" b="1">
                <a:solidFill>
                  <a:srgbClr val="00B0F0"/>
                </a:solidFill>
                <a:latin typeface="Barlow Bold" pitchFamily="34" charset="0"/>
                <a:ea typeface="Barlow Bold" pitchFamily="34" charset="-122"/>
                <a:cs typeface="Barlow Bold" pitchFamily="34" charset="-120"/>
              </a:rPr>
              <a:t>Introduction</a:t>
            </a:r>
            <a:endParaRPr lang="en-US" sz="3400">
              <a:solidFill>
                <a:srgbClr val="00B0F0"/>
              </a:solidFill>
            </a:endParaRPr>
          </a:p>
        </p:txBody>
      </p:sp>
      <p:sp>
        <p:nvSpPr>
          <p:cNvPr id="4" name="Text 1"/>
          <p:cNvSpPr/>
          <p:nvPr/>
        </p:nvSpPr>
        <p:spPr>
          <a:xfrm>
            <a:off x="7058436" y="985696"/>
            <a:ext cx="4308259" cy="547291"/>
          </a:xfrm>
          <a:prstGeom prst="rect">
            <a:avLst/>
          </a:prstGeom>
          <a:noFill/>
          <a:ln/>
        </p:spPr>
        <p:txBody>
          <a:bodyPr wrap="square" lIns="0" tIns="0" rIns="0" bIns="0" rtlCol="0" anchor="t">
            <a:normAutofit/>
          </a:bodyPr>
          <a:lstStyle/>
          <a:p>
            <a:pPr marL="380990" indent="-380990">
              <a:lnSpc>
                <a:spcPct val="104000"/>
              </a:lnSpc>
              <a:buFont typeface="Wingdings" panose="05000000000000000000" pitchFamily="2" charset="2"/>
              <a:buChar char="q"/>
            </a:pPr>
            <a:r>
              <a:rPr lang="en-US" sz="1667" b="1">
                <a:solidFill>
                  <a:srgbClr val="2E3C4E"/>
                </a:solidFill>
                <a:latin typeface="Barlow Bold" pitchFamily="34" charset="0"/>
                <a:ea typeface="Barlow Bold" pitchFamily="34" charset="-122"/>
                <a:cs typeface="Barlow Bold" pitchFamily="34" charset="-120"/>
              </a:rPr>
              <a:t>What is a Bank Account Management System?</a:t>
            </a:r>
            <a:endParaRPr lang="en-US" sz="1667"/>
          </a:p>
        </p:txBody>
      </p:sp>
      <p:sp>
        <p:nvSpPr>
          <p:cNvPr id="5" name="Text 2"/>
          <p:cNvSpPr/>
          <p:nvPr/>
        </p:nvSpPr>
        <p:spPr>
          <a:xfrm>
            <a:off x="6811056" y="1490939"/>
            <a:ext cx="4677561" cy="1432819"/>
          </a:xfrm>
          <a:prstGeom prst="rect">
            <a:avLst/>
          </a:prstGeom>
          <a:noFill/>
          <a:ln/>
        </p:spPr>
        <p:txBody>
          <a:bodyPr wrap="square" lIns="0" tIns="0" rIns="0" bIns="0" rtlCol="0" anchor="t">
            <a:noAutofit/>
          </a:bodyPr>
          <a:lstStyle/>
          <a:p>
            <a:pPr algn="ctr">
              <a:lnSpc>
                <a:spcPct val="150000"/>
              </a:lnSpc>
            </a:pPr>
            <a:r>
              <a:rPr lang="en-IN" sz="1600">
                <a:solidFill>
                  <a:schemeClr val="accent3">
                    <a:lumMod val="50000"/>
                  </a:schemeClr>
                </a:solidFill>
                <a:latin typeface="Times New Roman" panose="02020603050405020304" pitchFamily="18" charset="0"/>
                <a:cs typeface="Times New Roman" panose="02020603050405020304" pitchFamily="18" charset="0"/>
              </a:rPr>
              <a:t>A Bank Account Management System is a database-based application used to store and manage customer and account information for a bank </a:t>
            </a:r>
            <a:endParaRPr lang="en-US" sz="1600">
              <a:solidFill>
                <a:schemeClr val="accent3">
                  <a:lumMod val="50000"/>
                </a:schemeClr>
              </a:solidFill>
              <a:latin typeface="Times New Roman" panose="02020603050405020304" pitchFamily="18" charset="0"/>
              <a:cs typeface="Times New Roman" panose="02020603050405020304" pitchFamily="18" charset="0"/>
            </a:endParaRPr>
          </a:p>
        </p:txBody>
      </p:sp>
      <p:sp>
        <p:nvSpPr>
          <p:cNvPr id="6" name="Text 3"/>
          <p:cNvSpPr/>
          <p:nvPr/>
        </p:nvSpPr>
        <p:spPr>
          <a:xfrm>
            <a:off x="7172456" y="3057347"/>
            <a:ext cx="3560861" cy="371653"/>
          </a:xfrm>
          <a:prstGeom prst="rect">
            <a:avLst/>
          </a:prstGeom>
          <a:noFill/>
          <a:ln/>
        </p:spPr>
        <p:txBody>
          <a:bodyPr wrap="none" lIns="0" tIns="0" rIns="0" bIns="0" rtlCol="0" anchor="t"/>
          <a:lstStyle/>
          <a:p>
            <a:pPr marL="380990" indent="-380990">
              <a:lnSpc>
                <a:spcPct val="104000"/>
              </a:lnSpc>
              <a:buFont typeface="Wingdings" panose="05000000000000000000" pitchFamily="2" charset="2"/>
              <a:buChar char="q"/>
            </a:pPr>
            <a:r>
              <a:rPr lang="en-US" sz="1667" b="1">
                <a:solidFill>
                  <a:srgbClr val="2E3C4E"/>
                </a:solidFill>
                <a:latin typeface="Barlow Bold" pitchFamily="34" charset="0"/>
                <a:ea typeface="Barlow Bold" pitchFamily="34" charset="-122"/>
                <a:cs typeface="Barlow Bold" pitchFamily="34" charset="-120"/>
              </a:rPr>
              <a:t>Why DBMS in Bank System?</a:t>
            </a:r>
            <a:endParaRPr lang="en-US" sz="1667"/>
          </a:p>
        </p:txBody>
      </p:sp>
      <p:sp>
        <p:nvSpPr>
          <p:cNvPr id="7" name="Text 4"/>
          <p:cNvSpPr/>
          <p:nvPr/>
        </p:nvSpPr>
        <p:spPr>
          <a:xfrm>
            <a:off x="7251839" y="3558343"/>
            <a:ext cx="4308236" cy="2915000"/>
          </a:xfrm>
          <a:prstGeom prst="rect">
            <a:avLst/>
          </a:prstGeom>
          <a:noFill/>
          <a:ln/>
        </p:spPr>
        <p:txBody>
          <a:bodyPr wrap="square" lIns="0" tIns="0" rIns="0" bIns="0" rtlCol="0" anchor="t">
            <a:noAutofit/>
          </a:bodyPr>
          <a:lstStyle/>
          <a:p>
            <a:pPr marL="257380" indent="-257380">
              <a:lnSpc>
                <a:spcPct val="128000"/>
              </a:lnSpc>
              <a:buSzPct val="100000"/>
              <a:buFont typeface="Wingdings" panose="05000000000000000000" pitchFamily="2" charset="2"/>
              <a:buChar char="Ø"/>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Ensures data accuracy and integrity</a:t>
            </a:r>
          </a:p>
          <a:p>
            <a:pPr marL="257380" indent="-257380">
              <a:lnSpc>
                <a:spcPct val="128000"/>
              </a:lnSpc>
              <a:buSzPct val="100000"/>
              <a:buFont typeface="Wingdings" panose="05000000000000000000" pitchFamily="2" charset="2"/>
              <a:buChar char="Ø"/>
            </a:pPr>
            <a:endParaRPr lang="en-US" sz="1600">
              <a:solidFill>
                <a:srgbClr val="384653"/>
              </a:solidFill>
              <a:latin typeface="Times New Roman" panose="02020603050405020304" pitchFamily="18" charset="0"/>
              <a:ea typeface="Montserrat" pitchFamily="34" charset="-122"/>
              <a:cs typeface="Times New Roman" panose="02020603050405020304" pitchFamily="18" charset="0"/>
            </a:endParaRPr>
          </a:p>
          <a:p>
            <a:pPr marL="257380" indent="-257380">
              <a:lnSpc>
                <a:spcPct val="128000"/>
              </a:lnSpc>
              <a:buSzPct val="100000"/>
              <a:buFont typeface="Wingdings" panose="05000000000000000000" pitchFamily="2" charset="2"/>
              <a:buChar char="Ø"/>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Supports safe money transfer transactions</a:t>
            </a:r>
          </a:p>
          <a:p>
            <a:pPr marL="257380" indent="-257380">
              <a:lnSpc>
                <a:spcPct val="128000"/>
              </a:lnSpc>
              <a:buSzPct val="100000"/>
              <a:buFont typeface="Wingdings" panose="05000000000000000000" pitchFamily="2" charset="2"/>
              <a:buChar char="Ø"/>
            </a:pPr>
            <a:endParaRPr lang="en-US" sz="1600">
              <a:solidFill>
                <a:srgbClr val="384653"/>
              </a:solidFill>
              <a:latin typeface="Times New Roman" panose="02020603050405020304" pitchFamily="18" charset="0"/>
              <a:ea typeface="Montserrat" pitchFamily="34" charset="-122"/>
              <a:cs typeface="Times New Roman" panose="02020603050405020304" pitchFamily="18" charset="0"/>
            </a:endParaRPr>
          </a:p>
          <a:p>
            <a:pPr marL="257380" indent="-257380">
              <a:lnSpc>
                <a:spcPct val="128000"/>
              </a:lnSpc>
              <a:buSzPct val="100000"/>
              <a:buFont typeface="Wingdings" panose="05000000000000000000" pitchFamily="2" charset="2"/>
              <a:buChar char="Ø"/>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Handles many users simultaneously</a:t>
            </a:r>
          </a:p>
          <a:p>
            <a:pPr marL="257380" indent="-257380">
              <a:lnSpc>
                <a:spcPct val="128000"/>
              </a:lnSpc>
              <a:buSzPct val="100000"/>
              <a:buFont typeface="Wingdings" panose="05000000000000000000" pitchFamily="2" charset="2"/>
              <a:buChar char="Ø"/>
            </a:pPr>
            <a:endParaRPr lang="en-US" sz="1600">
              <a:solidFill>
                <a:srgbClr val="384653"/>
              </a:solidFill>
              <a:latin typeface="Times New Roman" panose="02020603050405020304" pitchFamily="18" charset="0"/>
              <a:ea typeface="Montserrat" pitchFamily="34" charset="-122"/>
              <a:cs typeface="Times New Roman" panose="02020603050405020304" pitchFamily="18" charset="0"/>
            </a:endParaRPr>
          </a:p>
          <a:p>
            <a:pPr marL="257380" indent="-257380">
              <a:lnSpc>
                <a:spcPct val="128000"/>
              </a:lnSpc>
              <a:buSzPct val="100000"/>
              <a:buFont typeface="Wingdings" panose="05000000000000000000" pitchFamily="2" charset="2"/>
              <a:buChar char="Ø"/>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Reduces data redundancy, duplication</a:t>
            </a:r>
          </a:p>
          <a:p>
            <a:pPr marL="257380" indent="-257380">
              <a:lnSpc>
                <a:spcPct val="128000"/>
              </a:lnSpc>
              <a:buSzPct val="100000"/>
              <a:buFont typeface="Wingdings" panose="05000000000000000000" pitchFamily="2" charset="2"/>
              <a:buChar char="Ø"/>
            </a:pPr>
            <a:endParaRPr lang="en-US" sz="1600">
              <a:solidFill>
                <a:srgbClr val="384653"/>
              </a:solidFill>
              <a:latin typeface="Times New Roman" panose="02020603050405020304" pitchFamily="18" charset="0"/>
              <a:ea typeface="Montserrat" pitchFamily="34" charset="-122"/>
              <a:cs typeface="Times New Roman" panose="02020603050405020304" pitchFamily="18" charset="0"/>
            </a:endParaRPr>
          </a:p>
          <a:p>
            <a:pPr marL="257380" indent="-257380">
              <a:lnSpc>
                <a:spcPct val="128000"/>
              </a:lnSpc>
              <a:buSzPct val="100000"/>
              <a:buFont typeface="Wingdings" panose="05000000000000000000" pitchFamily="2" charset="2"/>
              <a:buChar char="Ø"/>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Provides strong security and access control</a:t>
            </a:r>
          </a:p>
          <a:p>
            <a:pPr marL="257380" indent="-257380">
              <a:lnSpc>
                <a:spcPct val="128000"/>
              </a:lnSpc>
              <a:buSzPct val="100000"/>
              <a:buFont typeface="Wingdings" panose="05000000000000000000" pitchFamily="2" charset="2"/>
              <a:buChar char="Ø"/>
            </a:pPr>
            <a:endParaRPr lang="en-US" sz="1600">
              <a:latin typeface="Times New Roman" panose="02020603050405020304" pitchFamily="18" charset="0"/>
              <a:cs typeface="Times New Roman" panose="02020603050405020304" pitchFamily="18" charset="0"/>
            </a:endParaRPr>
          </a:p>
          <a:p>
            <a:pPr marL="257380" indent="-257380">
              <a:lnSpc>
                <a:spcPct val="128000"/>
              </a:lnSpc>
              <a:buSzPct val="100000"/>
              <a:buFont typeface="Wingdings" panose="05000000000000000000" pitchFamily="2" charset="2"/>
              <a:buChar char="Ø"/>
            </a:pPr>
            <a:endParaRPr lang="en-US" sz="16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5D1A4DC-D0CA-B2B7-86DB-3E864BBAE28F}"/>
              </a:ext>
            </a:extLst>
          </p:cNvPr>
          <p:cNvPicPr>
            <a:picLocks noChangeAspect="1"/>
          </p:cNvPicPr>
          <p:nvPr/>
        </p:nvPicPr>
        <p:blipFill>
          <a:blip r:embed="rId3"/>
          <a:stretch>
            <a:fillRect/>
          </a:stretch>
        </p:blipFill>
        <p:spPr>
          <a:xfrm>
            <a:off x="500004" y="105069"/>
            <a:ext cx="1476157" cy="449873"/>
          </a:xfrm>
          <a:prstGeom prst="rect">
            <a:avLst/>
          </a:prstGeom>
        </p:spPr>
      </p:pic>
      <p:pic>
        <p:nvPicPr>
          <p:cNvPr id="9" name="Picture 8">
            <a:extLst>
              <a:ext uri="{FF2B5EF4-FFF2-40B4-BE49-F238E27FC236}">
                <a16:creationId xmlns:a16="http://schemas.microsoft.com/office/drawing/2014/main" id="{8B5B7382-BED2-213A-C6C5-1C161DF235C2}"/>
              </a:ext>
            </a:extLst>
          </p:cNvPr>
          <p:cNvPicPr>
            <a:picLocks noChangeAspect="1"/>
          </p:cNvPicPr>
          <p:nvPr/>
        </p:nvPicPr>
        <p:blipFill>
          <a:blip r:embed="rId4"/>
          <a:stretch>
            <a:fillRect/>
          </a:stretch>
        </p:blipFill>
        <p:spPr>
          <a:xfrm>
            <a:off x="500004" y="1783080"/>
            <a:ext cx="6012180" cy="4008120"/>
          </a:xfrm>
          <a:prstGeom prst="rect">
            <a:avLst/>
          </a:prstGeom>
          <a:ln w="9525">
            <a:solidFill>
              <a:schemeClr val="tx1">
                <a:lumMod val="95000"/>
                <a:lumOff val="5000"/>
              </a:schemeClr>
            </a:solidFill>
            <a:prstDash val="sysDash"/>
          </a:ln>
          <a:effectLst>
            <a:outerShdw blurRad="63500" sx="102000" sy="102000" algn="ctr" rotWithShape="0">
              <a:prstClr val="black">
                <a:alpha val="40000"/>
              </a:prstClr>
            </a:outerShdw>
            <a:softEdge rad="63500"/>
          </a:effectLst>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D505FC96-37AF-13CB-A8CC-9DA2E4A40AB5}"/>
                  </a:ext>
                </a:extLst>
              </p14:cNvPr>
              <p14:cNvContentPartPr/>
              <p14:nvPr/>
            </p14:nvContentPartPr>
            <p14:xfrm>
              <a:off x="11180430" y="6770190"/>
              <a:ext cx="360" cy="360"/>
            </p14:xfrm>
          </p:contentPart>
        </mc:Choice>
        <mc:Fallback xmlns="">
          <p:pic>
            <p:nvPicPr>
              <p:cNvPr id="3" name="Ink 2">
                <a:extLst>
                  <a:ext uri="{FF2B5EF4-FFF2-40B4-BE49-F238E27FC236}">
                    <a16:creationId xmlns:a16="http://schemas.microsoft.com/office/drawing/2014/main" id="{D505FC96-37AF-13CB-A8CC-9DA2E4A40AB5}"/>
                  </a:ext>
                </a:extLst>
              </p:cNvPr>
              <p:cNvPicPr/>
              <p:nvPr/>
            </p:nvPicPr>
            <p:blipFill>
              <a:blip r:embed="rId6"/>
              <a:stretch>
                <a:fillRect/>
              </a:stretch>
            </p:blipFill>
            <p:spPr>
              <a:xfrm>
                <a:off x="11117430" y="67071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9F859C7A-4239-7DEF-5EF9-3653A237EA10}"/>
                  </a:ext>
                </a:extLst>
              </p14:cNvPr>
              <p14:cNvContentPartPr/>
              <p14:nvPr/>
            </p14:nvContentPartPr>
            <p14:xfrm>
              <a:off x="11147670" y="6557430"/>
              <a:ext cx="904320" cy="205560"/>
            </p14:xfrm>
          </p:contentPart>
        </mc:Choice>
        <mc:Fallback xmlns="">
          <p:pic>
            <p:nvPicPr>
              <p:cNvPr id="11" name="Ink 10">
                <a:extLst>
                  <a:ext uri="{FF2B5EF4-FFF2-40B4-BE49-F238E27FC236}">
                    <a16:creationId xmlns:a16="http://schemas.microsoft.com/office/drawing/2014/main" id="{9F859C7A-4239-7DEF-5EF9-3653A237EA10}"/>
                  </a:ext>
                </a:extLst>
              </p:cNvPr>
              <p:cNvPicPr/>
              <p:nvPr/>
            </p:nvPicPr>
            <p:blipFill>
              <a:blip r:embed="rId8"/>
              <a:stretch>
                <a:fillRect/>
              </a:stretch>
            </p:blipFill>
            <p:spPr>
              <a:xfrm>
                <a:off x="11084670" y="6494430"/>
                <a:ext cx="1029960" cy="3312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7058436" y="985696"/>
            <a:ext cx="4308259" cy="547291"/>
          </a:xfrm>
          <a:prstGeom prst="rect">
            <a:avLst/>
          </a:prstGeom>
          <a:noFill/>
          <a:ln/>
        </p:spPr>
        <p:txBody>
          <a:bodyPr wrap="square" lIns="0" tIns="0" rIns="0" bIns="0" rtlCol="0" anchor="t">
            <a:normAutofit/>
          </a:bodyPr>
          <a:lstStyle/>
          <a:p>
            <a:pPr>
              <a:lnSpc>
                <a:spcPct val="104000"/>
              </a:lnSpc>
            </a:pPr>
            <a:endParaRPr lang="en-US" sz="1667"/>
          </a:p>
        </p:txBody>
      </p:sp>
      <p:sp>
        <p:nvSpPr>
          <p:cNvPr id="7" name="Text 4"/>
          <p:cNvSpPr/>
          <p:nvPr/>
        </p:nvSpPr>
        <p:spPr>
          <a:xfrm>
            <a:off x="5300172" y="3801412"/>
            <a:ext cx="4308236" cy="2915000"/>
          </a:xfrm>
          <a:prstGeom prst="rect">
            <a:avLst/>
          </a:prstGeom>
          <a:noFill/>
          <a:ln/>
        </p:spPr>
        <p:txBody>
          <a:bodyPr wrap="square" lIns="0" tIns="0" rIns="0" bIns="0" rtlCol="0" anchor="t">
            <a:noAutofit/>
          </a:bodyPr>
          <a:lstStyle/>
          <a:p>
            <a:pPr>
              <a:lnSpc>
                <a:spcPct val="128000"/>
              </a:lnSpc>
              <a:buSzPct val="100000"/>
            </a:pPr>
            <a:endParaRPr lang="en-US" sz="160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93C85B41-D6C9-4225-4CFE-B420099F9F19}"/>
                  </a:ext>
                </a:extLst>
              </p14:cNvPr>
              <p14:cNvContentPartPr/>
              <p14:nvPr/>
            </p14:nvContentPartPr>
            <p14:xfrm>
              <a:off x="11154090" y="6568125"/>
              <a:ext cx="909720" cy="208800"/>
            </p14:xfrm>
          </p:contentPart>
        </mc:Choice>
        <mc:Fallback xmlns="">
          <p:pic>
            <p:nvPicPr>
              <p:cNvPr id="8" name="Ink 7">
                <a:extLst>
                  <a:ext uri="{FF2B5EF4-FFF2-40B4-BE49-F238E27FC236}">
                    <a16:creationId xmlns:a16="http://schemas.microsoft.com/office/drawing/2014/main" id="{93C85B41-D6C9-4225-4CFE-B420099F9F19}"/>
                  </a:ext>
                </a:extLst>
              </p:cNvPr>
              <p:cNvPicPr/>
              <p:nvPr/>
            </p:nvPicPr>
            <p:blipFill>
              <a:blip r:embed="rId4"/>
              <a:stretch>
                <a:fillRect/>
              </a:stretch>
            </p:blipFill>
            <p:spPr>
              <a:xfrm>
                <a:off x="11091090" y="6505016"/>
                <a:ext cx="1035360" cy="334657"/>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73487D2E-1392-9B72-3158-5A083E300A03}"/>
                  </a:ext>
                </a:extLst>
              </p14:cNvPr>
              <p14:cNvContentPartPr/>
              <p14:nvPr/>
            </p14:nvContentPartPr>
            <p14:xfrm>
              <a:off x="11622090" y="6097605"/>
              <a:ext cx="360" cy="360"/>
            </p14:xfrm>
          </p:contentPart>
        </mc:Choice>
        <mc:Fallback xmlns="">
          <p:pic>
            <p:nvPicPr>
              <p:cNvPr id="9" name="Ink 8">
                <a:extLst>
                  <a:ext uri="{FF2B5EF4-FFF2-40B4-BE49-F238E27FC236}">
                    <a16:creationId xmlns:a16="http://schemas.microsoft.com/office/drawing/2014/main" id="{73487D2E-1392-9B72-3158-5A083E300A03}"/>
                  </a:ext>
                </a:extLst>
              </p:cNvPr>
              <p:cNvPicPr/>
              <p:nvPr/>
            </p:nvPicPr>
            <p:blipFill>
              <a:blip r:embed="rId6"/>
              <a:stretch>
                <a:fillRect/>
              </a:stretch>
            </p:blipFill>
            <p:spPr>
              <a:xfrm>
                <a:off x="11559090" y="6034605"/>
                <a:ext cx="126000" cy="126000"/>
              </a:xfrm>
              <a:prstGeom prst="rect">
                <a:avLst/>
              </a:prstGeom>
            </p:spPr>
          </p:pic>
        </mc:Fallback>
      </mc:AlternateContent>
      <p:pic>
        <p:nvPicPr>
          <p:cNvPr id="12" name="Picture 11">
            <a:extLst>
              <a:ext uri="{FF2B5EF4-FFF2-40B4-BE49-F238E27FC236}">
                <a16:creationId xmlns:a16="http://schemas.microsoft.com/office/drawing/2014/main" id="{F16D1841-3DD8-5185-4901-3593B9213205}"/>
              </a:ext>
            </a:extLst>
          </p:cNvPr>
          <p:cNvPicPr>
            <a:picLocks noChangeAspect="1"/>
          </p:cNvPicPr>
          <p:nvPr/>
        </p:nvPicPr>
        <p:blipFill>
          <a:blip r:embed="rId7"/>
          <a:stretch>
            <a:fillRect/>
          </a:stretch>
        </p:blipFill>
        <p:spPr>
          <a:xfrm>
            <a:off x="0" y="81075"/>
            <a:ext cx="130302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54729" y="418653"/>
            <a:ext cx="10928152" cy="296863"/>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0" tIns="0" rIns="0" bIns="0" rtlCol="0" anchor="t"/>
          <a:lstStyle/>
          <a:p>
            <a:pPr>
              <a:lnSpc>
                <a:spcPct val="104000"/>
              </a:lnSpc>
            </a:pPr>
            <a:r>
              <a:rPr lang="en-US" sz="3400" b="1">
                <a:solidFill>
                  <a:srgbClr val="00B0F0"/>
                </a:solidFill>
                <a:latin typeface="Barlow Bold" pitchFamily="34" charset="0"/>
                <a:ea typeface="Barlow Bold" pitchFamily="34" charset="-122"/>
                <a:cs typeface="Barlow Bold" pitchFamily="34" charset="-120"/>
              </a:rPr>
              <a:t>Problem Statement</a:t>
            </a:r>
            <a:endParaRPr lang="en-US" sz="3400">
              <a:solidFill>
                <a:srgbClr val="00B0F0"/>
              </a:solidFill>
            </a:endParaRPr>
          </a:p>
        </p:txBody>
      </p:sp>
      <p:sp>
        <p:nvSpPr>
          <p:cNvPr id="3" name="Text 1"/>
          <p:cNvSpPr/>
          <p:nvPr/>
        </p:nvSpPr>
        <p:spPr>
          <a:xfrm>
            <a:off x="633247" y="1050133"/>
            <a:ext cx="11537752" cy="296863"/>
          </a:xfrm>
          <a:prstGeom prst="rect">
            <a:avLst/>
          </a:prstGeom>
          <a:noFill/>
          <a:ln/>
        </p:spPr>
        <p:txBody>
          <a:bodyPr wrap="none" lIns="0" tIns="0" rIns="0" bIns="0" rtlCol="0" anchor="t"/>
          <a:lstStyle/>
          <a:p>
            <a:pPr>
              <a:lnSpc>
                <a:spcPct val="250000"/>
              </a:lnSpc>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Manual banking processes introduce critical inefficiencies that compromise transaction accuracy and financial security.</a:t>
            </a:r>
            <a:endParaRPr lang="en-US" sz="1600">
              <a:latin typeface="Times New Roman" panose="02020603050405020304" pitchFamily="18" charset="0"/>
              <a:cs typeface="Times New Roman" panose="02020603050405020304" pitchFamily="18" charset="0"/>
            </a:endParaRPr>
          </a:p>
        </p:txBody>
      </p:sp>
      <p:sp>
        <p:nvSpPr>
          <p:cNvPr id="5" name="Text 2"/>
          <p:cNvSpPr/>
          <p:nvPr/>
        </p:nvSpPr>
        <p:spPr>
          <a:xfrm>
            <a:off x="7101841" y="2686325"/>
            <a:ext cx="4647465" cy="405211"/>
          </a:xfrm>
          <a:prstGeom prst="rect">
            <a:avLst/>
          </a:prstGeom>
          <a:noFill/>
          <a:ln/>
        </p:spPr>
        <p:txBody>
          <a:bodyPr wrap="none" lIns="0" tIns="0" rIns="0" bIns="0" rtlCol="0" anchor="t"/>
          <a:lstStyle/>
          <a:p>
            <a:pPr marL="380990" indent="-380990">
              <a:lnSpc>
                <a:spcPct val="104000"/>
              </a:lnSpc>
              <a:buFont typeface="Wingdings" panose="05000000000000000000" pitchFamily="2" charset="2"/>
              <a:buChar char="q"/>
            </a:pPr>
            <a:r>
              <a:rPr lang="en-US" sz="1867" b="1">
                <a:solidFill>
                  <a:srgbClr val="2E3C4E"/>
                </a:solidFill>
                <a:latin typeface="Arial Black" panose="020B0A04020102020204" pitchFamily="34" charset="0"/>
                <a:ea typeface="Barlow Bold" pitchFamily="34" charset="-122"/>
                <a:cs typeface="Barlow Bold" pitchFamily="34" charset="-120"/>
              </a:rPr>
              <a:t>Key Challenges</a:t>
            </a:r>
            <a:endParaRPr lang="en-US" sz="1867">
              <a:latin typeface="Arial Black" panose="020B0A04020102020204" pitchFamily="34" charset="0"/>
            </a:endParaRPr>
          </a:p>
        </p:txBody>
      </p:sp>
      <p:sp>
        <p:nvSpPr>
          <p:cNvPr id="6" name="Text 3"/>
          <p:cNvSpPr/>
          <p:nvPr/>
        </p:nvSpPr>
        <p:spPr>
          <a:xfrm>
            <a:off x="6918961" y="3091536"/>
            <a:ext cx="5061700" cy="3347811"/>
          </a:xfrm>
          <a:prstGeom prst="rect">
            <a:avLst/>
          </a:prstGeom>
          <a:noFill/>
          <a:ln/>
        </p:spPr>
        <p:txBody>
          <a:bodyPr wrap="square" lIns="0" tIns="0" rIns="0" bIns="0" rtlCol="0" anchor="t">
            <a:noAutofit/>
          </a:bodyPr>
          <a:lstStyle/>
          <a:p>
            <a:pPr marL="135463" indent="-135463">
              <a:lnSpc>
                <a:spcPct val="250000"/>
              </a:lnSpc>
              <a:buSzPct val="100000"/>
              <a:buChar char="•"/>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Paper-based records prone to loss and damage</a:t>
            </a:r>
            <a:endParaRPr lang="en-US" sz="1600">
              <a:latin typeface="Times New Roman" panose="02020603050405020304" pitchFamily="18" charset="0"/>
              <a:cs typeface="Times New Roman" panose="02020603050405020304" pitchFamily="18" charset="0"/>
            </a:endParaRPr>
          </a:p>
          <a:p>
            <a:pPr marL="135463" indent="-135463">
              <a:lnSpc>
                <a:spcPct val="250000"/>
              </a:lnSpc>
              <a:buSzPct val="100000"/>
              <a:buChar char="•"/>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Duplicate customer entries causing data inconsistency</a:t>
            </a:r>
            <a:endParaRPr lang="en-US" sz="1600">
              <a:latin typeface="Times New Roman" panose="02020603050405020304" pitchFamily="18" charset="0"/>
              <a:cs typeface="Times New Roman" panose="02020603050405020304" pitchFamily="18" charset="0"/>
            </a:endParaRPr>
          </a:p>
          <a:p>
            <a:pPr marL="135463" indent="-135463">
              <a:lnSpc>
                <a:spcPct val="250000"/>
              </a:lnSpc>
              <a:buSzPct val="100000"/>
              <a:buChar char="•"/>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Slow manual retrieval delaying transaction processing</a:t>
            </a:r>
            <a:endParaRPr lang="en-US" sz="1600">
              <a:latin typeface="Times New Roman" panose="02020603050405020304" pitchFamily="18" charset="0"/>
              <a:cs typeface="Times New Roman" panose="02020603050405020304" pitchFamily="18" charset="0"/>
            </a:endParaRPr>
          </a:p>
          <a:p>
            <a:pPr marL="135463" indent="-135463">
              <a:lnSpc>
                <a:spcPct val="250000"/>
              </a:lnSpc>
              <a:buSzPct val="100000"/>
              <a:buChar char="•"/>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Billing errors from manual calculations</a:t>
            </a:r>
            <a:endParaRPr lang="en-US" sz="1600">
              <a:latin typeface="Times New Roman" panose="02020603050405020304" pitchFamily="18" charset="0"/>
              <a:cs typeface="Times New Roman" panose="02020603050405020304" pitchFamily="18" charset="0"/>
            </a:endParaRPr>
          </a:p>
          <a:p>
            <a:pPr marL="135463" indent="-135463">
              <a:lnSpc>
                <a:spcPct val="250000"/>
              </a:lnSpc>
              <a:buSzPct val="100000"/>
              <a:buChar char="•"/>
            </a:pPr>
            <a:r>
              <a:rPr lang="en-US" sz="1600">
                <a:solidFill>
                  <a:srgbClr val="384653"/>
                </a:solidFill>
                <a:latin typeface="Times New Roman" panose="02020603050405020304" pitchFamily="18" charset="0"/>
                <a:ea typeface="Montserrat" pitchFamily="34" charset="-122"/>
                <a:cs typeface="Times New Roman" panose="02020603050405020304" pitchFamily="18" charset="0"/>
              </a:rPr>
              <a:t>No centralized database for cross-branch access</a:t>
            </a:r>
            <a:endParaRPr lang="en-US" sz="16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1269320-EF39-A92E-D696-B4BDC8F8F1F9}"/>
              </a:ext>
            </a:extLst>
          </p:cNvPr>
          <p:cNvPicPr>
            <a:picLocks noChangeAspect="1"/>
          </p:cNvPicPr>
          <p:nvPr/>
        </p:nvPicPr>
        <p:blipFill>
          <a:blip r:embed="rId3"/>
          <a:stretch>
            <a:fillRect/>
          </a:stretch>
        </p:blipFill>
        <p:spPr>
          <a:xfrm>
            <a:off x="200243" y="185677"/>
            <a:ext cx="1330948" cy="405619"/>
          </a:xfrm>
          <a:prstGeom prst="rect">
            <a:avLst/>
          </a:prstGeom>
        </p:spPr>
      </p:pic>
      <p:pic>
        <p:nvPicPr>
          <p:cNvPr id="8" name="Picture 7">
            <a:extLst>
              <a:ext uri="{FF2B5EF4-FFF2-40B4-BE49-F238E27FC236}">
                <a16:creationId xmlns:a16="http://schemas.microsoft.com/office/drawing/2014/main" id="{01AB4FDF-E68F-C076-24AF-30C8D0EFBE14}"/>
              </a:ext>
            </a:extLst>
          </p:cNvPr>
          <p:cNvPicPr>
            <a:picLocks noChangeAspect="1"/>
          </p:cNvPicPr>
          <p:nvPr/>
        </p:nvPicPr>
        <p:blipFill>
          <a:blip r:embed="rId4"/>
          <a:stretch>
            <a:fillRect/>
          </a:stretch>
        </p:blipFill>
        <p:spPr>
          <a:xfrm>
            <a:off x="939550" y="2048719"/>
            <a:ext cx="5368653" cy="4481649"/>
          </a:xfrm>
          <a:prstGeom prst="rect">
            <a:avLst/>
          </a:prstGeom>
          <a:effectLst>
            <a:reflection blurRad="6350" stA="52000" endA="300" endPos="35000" dir="5400000" sy="-100000" algn="bl" rotWithShape="0"/>
          </a:effectLst>
        </p:spPr>
      </p:pic>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944CE399-96A0-35EC-5B5D-3EA251C969EE}"/>
                  </a:ext>
                </a:extLst>
              </p14:cNvPr>
              <p14:cNvContentPartPr/>
              <p14:nvPr/>
            </p14:nvContentPartPr>
            <p14:xfrm>
              <a:off x="11959470" y="6606390"/>
              <a:ext cx="360" cy="360"/>
            </p14:xfrm>
          </p:contentPart>
        </mc:Choice>
        <mc:Fallback xmlns="">
          <p:pic>
            <p:nvPicPr>
              <p:cNvPr id="7" name="Ink 6">
                <a:extLst>
                  <a:ext uri="{FF2B5EF4-FFF2-40B4-BE49-F238E27FC236}">
                    <a16:creationId xmlns:a16="http://schemas.microsoft.com/office/drawing/2014/main" id="{944CE399-96A0-35EC-5B5D-3EA251C969EE}"/>
                  </a:ext>
                </a:extLst>
              </p:cNvPr>
              <p:cNvPicPr/>
              <p:nvPr/>
            </p:nvPicPr>
            <p:blipFill>
              <a:blip r:embed="rId6"/>
              <a:stretch>
                <a:fillRect/>
              </a:stretch>
            </p:blipFill>
            <p:spPr>
              <a:xfrm>
                <a:off x="11896470" y="65433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B52419D5-E6E9-E71C-7670-C9556150FC9A}"/>
                  </a:ext>
                </a:extLst>
              </p14:cNvPr>
              <p14:cNvContentPartPr/>
              <p14:nvPr/>
            </p14:nvContentPartPr>
            <p14:xfrm>
              <a:off x="11276592" y="6632360"/>
              <a:ext cx="789396" cy="105380"/>
            </p14:xfrm>
          </p:contentPart>
        </mc:Choice>
        <mc:Fallback xmlns="">
          <p:pic>
            <p:nvPicPr>
              <p:cNvPr id="11" name="Ink 10">
                <a:extLst>
                  <a:ext uri="{FF2B5EF4-FFF2-40B4-BE49-F238E27FC236}">
                    <a16:creationId xmlns:a16="http://schemas.microsoft.com/office/drawing/2014/main" id="{B52419D5-E6E9-E71C-7670-C9556150FC9A}"/>
                  </a:ext>
                </a:extLst>
              </p:cNvPr>
              <p:cNvPicPr/>
              <p:nvPr/>
            </p:nvPicPr>
            <p:blipFill>
              <a:blip r:embed="rId8"/>
              <a:stretch>
                <a:fillRect/>
              </a:stretch>
            </p:blipFill>
            <p:spPr>
              <a:xfrm>
                <a:off x="11213599" y="6569420"/>
                <a:ext cx="915023" cy="230901"/>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079DF185-C1AF-01D6-4707-93AABC120070}"/>
                  </a:ext>
                </a:extLst>
              </p14:cNvPr>
              <p14:cNvContentPartPr/>
              <p14:nvPr/>
            </p14:nvContentPartPr>
            <p14:xfrm>
              <a:off x="11103390" y="6603870"/>
              <a:ext cx="148320" cy="128880"/>
            </p14:xfrm>
          </p:contentPart>
        </mc:Choice>
        <mc:Fallback xmlns="">
          <p:pic>
            <p:nvPicPr>
              <p:cNvPr id="12" name="Ink 11">
                <a:extLst>
                  <a:ext uri="{FF2B5EF4-FFF2-40B4-BE49-F238E27FC236}">
                    <a16:creationId xmlns:a16="http://schemas.microsoft.com/office/drawing/2014/main" id="{079DF185-C1AF-01D6-4707-93AABC120070}"/>
                  </a:ext>
                </a:extLst>
              </p:cNvPr>
              <p:cNvPicPr/>
              <p:nvPr/>
            </p:nvPicPr>
            <p:blipFill>
              <a:blip r:embed="rId10"/>
              <a:stretch>
                <a:fillRect/>
              </a:stretch>
            </p:blipFill>
            <p:spPr>
              <a:xfrm>
                <a:off x="11040390" y="6540870"/>
                <a:ext cx="273960" cy="25452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66ADEAF-34EE-F79A-7FC6-B65F923AE4CE}"/>
              </a:ext>
            </a:extLst>
          </p:cNvPr>
          <p:cNvPicPr>
            <a:picLocks noChangeAspect="1"/>
          </p:cNvPicPr>
          <p:nvPr/>
        </p:nvPicPr>
        <p:blipFill>
          <a:blip r:embed="rId3"/>
          <a:stretch>
            <a:fillRect/>
          </a:stretch>
        </p:blipFill>
        <p:spPr>
          <a:xfrm>
            <a:off x="0" y="0"/>
            <a:ext cx="12192000" cy="6858000"/>
          </a:xfrm>
          <a:prstGeom prst="rect">
            <a:avLst/>
          </a:prstGeom>
        </p:spPr>
      </p:pic>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E63C40E4-3E45-953B-E3F8-AA6111913B78}"/>
                  </a:ext>
                </a:extLst>
              </p14:cNvPr>
              <p14:cNvContentPartPr/>
              <p14:nvPr/>
            </p14:nvContentPartPr>
            <p14:xfrm>
              <a:off x="917940" y="1161990"/>
              <a:ext cx="360" cy="360"/>
            </p14:xfrm>
          </p:contentPart>
        </mc:Choice>
        <mc:Fallback xmlns="">
          <p:pic>
            <p:nvPicPr>
              <p:cNvPr id="19" name="Ink 18">
                <a:extLst>
                  <a:ext uri="{FF2B5EF4-FFF2-40B4-BE49-F238E27FC236}">
                    <a16:creationId xmlns:a16="http://schemas.microsoft.com/office/drawing/2014/main" id="{E63C40E4-3E45-953B-E3F8-AA6111913B78}"/>
                  </a:ext>
                </a:extLst>
              </p:cNvPr>
              <p:cNvPicPr/>
              <p:nvPr/>
            </p:nvPicPr>
            <p:blipFill>
              <a:blip r:embed="rId5"/>
              <a:stretch>
                <a:fillRect/>
              </a:stretch>
            </p:blipFill>
            <p:spPr>
              <a:xfrm>
                <a:off x="854940" y="109899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3039B292-3C35-F3A8-AA5E-91A0242E60F5}"/>
                  </a:ext>
                </a:extLst>
              </p14:cNvPr>
              <p14:cNvContentPartPr/>
              <p14:nvPr/>
            </p14:nvContentPartPr>
            <p14:xfrm>
              <a:off x="1300320" y="497520"/>
              <a:ext cx="360" cy="360"/>
            </p14:xfrm>
          </p:contentPart>
        </mc:Choice>
        <mc:Fallback xmlns="">
          <p:pic>
            <p:nvPicPr>
              <p:cNvPr id="20" name="Ink 19">
                <a:extLst>
                  <a:ext uri="{FF2B5EF4-FFF2-40B4-BE49-F238E27FC236}">
                    <a16:creationId xmlns:a16="http://schemas.microsoft.com/office/drawing/2014/main" id="{3039B292-3C35-F3A8-AA5E-91A0242E60F5}"/>
                  </a:ext>
                </a:extLst>
              </p:cNvPr>
              <p:cNvPicPr/>
              <p:nvPr/>
            </p:nvPicPr>
            <p:blipFill>
              <a:blip r:embed="rId5"/>
              <a:stretch>
                <a:fillRect/>
              </a:stretch>
            </p:blipFill>
            <p:spPr>
              <a:xfrm>
                <a:off x="1237320" y="4345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516DF328-5D7A-32A3-26AB-13A610260E5F}"/>
                  </a:ext>
                </a:extLst>
              </p14:cNvPr>
              <p14:cNvContentPartPr/>
              <p14:nvPr/>
            </p14:nvContentPartPr>
            <p14:xfrm>
              <a:off x="300240" y="355320"/>
              <a:ext cx="2616480" cy="452880"/>
            </p14:xfrm>
          </p:contentPart>
        </mc:Choice>
        <mc:Fallback xmlns="">
          <p:pic>
            <p:nvPicPr>
              <p:cNvPr id="25" name="Ink 24">
                <a:extLst>
                  <a:ext uri="{FF2B5EF4-FFF2-40B4-BE49-F238E27FC236}">
                    <a16:creationId xmlns:a16="http://schemas.microsoft.com/office/drawing/2014/main" id="{516DF328-5D7A-32A3-26AB-13A610260E5F}"/>
                  </a:ext>
                </a:extLst>
              </p:cNvPr>
              <p:cNvPicPr/>
              <p:nvPr/>
            </p:nvPicPr>
            <p:blipFill>
              <a:blip r:embed="rId8"/>
              <a:stretch>
                <a:fillRect/>
              </a:stretch>
            </p:blipFill>
            <p:spPr>
              <a:xfrm>
                <a:off x="237240" y="292320"/>
                <a:ext cx="2742120" cy="578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9" name="Ink 28">
                <a:extLst>
                  <a:ext uri="{FF2B5EF4-FFF2-40B4-BE49-F238E27FC236}">
                    <a16:creationId xmlns:a16="http://schemas.microsoft.com/office/drawing/2014/main" id="{440B0214-20C1-3BDE-CB0F-1620D01B37B1}"/>
                  </a:ext>
                </a:extLst>
              </p14:cNvPr>
              <p14:cNvContentPartPr/>
              <p14:nvPr/>
            </p14:nvContentPartPr>
            <p14:xfrm>
              <a:off x="2758320" y="614520"/>
              <a:ext cx="206640" cy="55800"/>
            </p14:xfrm>
          </p:contentPart>
        </mc:Choice>
        <mc:Fallback xmlns="">
          <p:pic>
            <p:nvPicPr>
              <p:cNvPr id="29" name="Ink 28">
                <a:extLst>
                  <a:ext uri="{FF2B5EF4-FFF2-40B4-BE49-F238E27FC236}">
                    <a16:creationId xmlns:a16="http://schemas.microsoft.com/office/drawing/2014/main" id="{440B0214-20C1-3BDE-CB0F-1620D01B37B1}"/>
                  </a:ext>
                </a:extLst>
              </p:cNvPr>
              <p:cNvPicPr/>
              <p:nvPr/>
            </p:nvPicPr>
            <p:blipFill>
              <a:blip r:embed="rId10"/>
              <a:stretch>
                <a:fillRect/>
              </a:stretch>
            </p:blipFill>
            <p:spPr>
              <a:xfrm>
                <a:off x="2695430" y="551924"/>
                <a:ext cx="332061" cy="180635"/>
              </a:xfrm>
              <a:prstGeom prst="rect">
                <a:avLst/>
              </a:prstGeom>
            </p:spPr>
          </p:pic>
        </mc:Fallback>
      </mc:AlternateContent>
      <p:grpSp>
        <p:nvGrpSpPr>
          <p:cNvPr id="31" name="Group 30">
            <a:extLst>
              <a:ext uri="{FF2B5EF4-FFF2-40B4-BE49-F238E27FC236}">
                <a16:creationId xmlns:a16="http://schemas.microsoft.com/office/drawing/2014/main" id="{8920FCA9-4CF7-9C60-B570-74C099EE5FA5}"/>
              </a:ext>
            </a:extLst>
          </p:cNvPr>
          <p:cNvGrpSpPr/>
          <p:nvPr/>
        </p:nvGrpSpPr>
        <p:grpSpPr>
          <a:xfrm>
            <a:off x="167400" y="253800"/>
            <a:ext cx="1906560" cy="452520"/>
            <a:chOff x="167400" y="253800"/>
            <a:chExt cx="1906560" cy="452520"/>
          </a:xfrm>
        </p:grpSpPr>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6B3F0CDF-9E26-76FD-2D8E-F1DEBF87A5A5}"/>
                    </a:ext>
                  </a:extLst>
                </p14:cNvPr>
                <p14:cNvContentPartPr/>
                <p14:nvPr/>
              </p14:nvContentPartPr>
              <p14:xfrm>
                <a:off x="726120" y="385920"/>
                <a:ext cx="360" cy="360"/>
              </p14:xfrm>
            </p:contentPart>
          </mc:Choice>
          <mc:Fallback xmlns="">
            <p:pic>
              <p:nvPicPr>
                <p:cNvPr id="21" name="Ink 20">
                  <a:extLst>
                    <a:ext uri="{FF2B5EF4-FFF2-40B4-BE49-F238E27FC236}">
                      <a16:creationId xmlns:a16="http://schemas.microsoft.com/office/drawing/2014/main" id="{6B3F0CDF-9E26-76FD-2D8E-F1DEBF87A5A5}"/>
                    </a:ext>
                  </a:extLst>
                </p:cNvPr>
                <p:cNvPicPr/>
                <p:nvPr/>
              </p:nvPicPr>
              <p:blipFill>
                <a:blip r:embed="rId5"/>
                <a:stretch>
                  <a:fillRect/>
                </a:stretch>
              </p:blipFill>
              <p:spPr>
                <a:xfrm>
                  <a:off x="663120" y="3229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6E2D057D-8C49-A4DD-467D-A59DB16BD97F}"/>
                    </a:ext>
                  </a:extLst>
                </p14:cNvPr>
                <p14:cNvContentPartPr/>
                <p14:nvPr/>
              </p14:nvContentPartPr>
              <p14:xfrm>
                <a:off x="167400" y="345240"/>
                <a:ext cx="894960" cy="361080"/>
              </p14:xfrm>
            </p:contentPart>
          </mc:Choice>
          <mc:Fallback xmlns="">
            <p:pic>
              <p:nvPicPr>
                <p:cNvPr id="22" name="Ink 21">
                  <a:extLst>
                    <a:ext uri="{FF2B5EF4-FFF2-40B4-BE49-F238E27FC236}">
                      <a16:creationId xmlns:a16="http://schemas.microsoft.com/office/drawing/2014/main" id="{6E2D057D-8C49-A4DD-467D-A59DB16BD97F}"/>
                    </a:ext>
                  </a:extLst>
                </p:cNvPr>
                <p:cNvPicPr/>
                <p:nvPr/>
              </p:nvPicPr>
              <p:blipFill>
                <a:blip r:embed="rId13"/>
                <a:stretch>
                  <a:fillRect/>
                </a:stretch>
              </p:blipFill>
              <p:spPr>
                <a:xfrm>
                  <a:off x="104400" y="282240"/>
                  <a:ext cx="1020600" cy="486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0" name="Ink 29">
                  <a:extLst>
                    <a:ext uri="{FF2B5EF4-FFF2-40B4-BE49-F238E27FC236}">
                      <a16:creationId xmlns:a16="http://schemas.microsoft.com/office/drawing/2014/main" id="{4ABE5888-8382-B3CC-350A-E7CEFFE0EC11}"/>
                    </a:ext>
                  </a:extLst>
                </p14:cNvPr>
                <p14:cNvContentPartPr/>
                <p14:nvPr/>
              </p14:nvContentPartPr>
              <p14:xfrm>
                <a:off x="436680" y="253800"/>
                <a:ext cx="1637280" cy="346320"/>
              </p14:xfrm>
            </p:contentPart>
          </mc:Choice>
          <mc:Fallback xmlns="">
            <p:pic>
              <p:nvPicPr>
                <p:cNvPr id="30" name="Ink 29">
                  <a:extLst>
                    <a:ext uri="{FF2B5EF4-FFF2-40B4-BE49-F238E27FC236}">
                      <a16:creationId xmlns:a16="http://schemas.microsoft.com/office/drawing/2014/main" id="{4ABE5888-8382-B3CC-350A-E7CEFFE0EC11}"/>
                    </a:ext>
                  </a:extLst>
                </p:cNvPr>
                <p:cNvPicPr/>
                <p:nvPr/>
              </p:nvPicPr>
              <p:blipFill>
                <a:blip r:embed="rId15"/>
                <a:stretch>
                  <a:fillRect/>
                </a:stretch>
              </p:blipFill>
              <p:spPr>
                <a:xfrm>
                  <a:off x="373680" y="190800"/>
                  <a:ext cx="1762920" cy="471960"/>
                </a:xfrm>
                <a:prstGeom prst="rect">
                  <a:avLst/>
                </a:prstGeom>
              </p:spPr>
            </p:pic>
          </mc:Fallback>
        </mc:AlternateContent>
      </p:grpSp>
      <p:pic>
        <p:nvPicPr>
          <p:cNvPr id="33" name="Picture 32">
            <a:extLst>
              <a:ext uri="{FF2B5EF4-FFF2-40B4-BE49-F238E27FC236}">
                <a16:creationId xmlns:a16="http://schemas.microsoft.com/office/drawing/2014/main" id="{AA3D6330-AC3A-6E7C-3E77-2CC6174BD3E5}"/>
              </a:ext>
            </a:extLst>
          </p:cNvPr>
          <p:cNvPicPr>
            <a:picLocks noChangeAspect="1"/>
          </p:cNvPicPr>
          <p:nvPr/>
        </p:nvPicPr>
        <p:blipFill>
          <a:blip r:embed="rId16"/>
          <a:stretch>
            <a:fillRect/>
          </a:stretch>
        </p:blipFill>
        <p:spPr>
          <a:xfrm>
            <a:off x="167400" y="120161"/>
            <a:ext cx="1330948" cy="4056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329BF3-8B02-116F-7BD2-A8DAA5990060}"/>
              </a:ext>
            </a:extLst>
          </p:cNvPr>
          <p:cNvPicPr>
            <a:picLocks noChangeAspect="1"/>
          </p:cNvPicPr>
          <p:nvPr/>
        </p:nvPicPr>
        <p:blipFill>
          <a:blip r:embed="rId2"/>
          <a:stretch>
            <a:fillRect/>
          </a:stretch>
        </p:blipFill>
        <p:spPr>
          <a:xfrm>
            <a:off x="0" y="16329"/>
            <a:ext cx="12192000" cy="6858000"/>
          </a:xfrm>
          <a:prstGeom prst="rect">
            <a:avLst/>
          </a:prstGeom>
        </p:spPr>
      </p:pic>
    </p:spTree>
    <p:extLst>
      <p:ext uri="{BB962C8B-B14F-4D97-AF65-F5344CB8AC3E}">
        <p14:creationId xmlns:p14="http://schemas.microsoft.com/office/powerpoint/2010/main" val="3026187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03947" y="400796"/>
            <a:ext cx="10928152" cy="501153"/>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0" tIns="0" rIns="0" bIns="0" rtlCol="0" anchor="t"/>
          <a:lstStyle/>
          <a:p>
            <a:pPr defTabSz="1219170">
              <a:lnSpc>
                <a:spcPct val="104000"/>
              </a:lnSpc>
              <a:defRPr/>
            </a:pPr>
            <a:r>
              <a:rPr lang="en-US" sz="3400" b="1">
                <a:solidFill>
                  <a:srgbClr val="00B0F0"/>
                </a:solidFill>
                <a:latin typeface="Barlow Bold" pitchFamily="34" charset="0"/>
                <a:ea typeface="Barlow Bold" pitchFamily="34" charset="-122"/>
                <a:cs typeface="Barlow Bold" pitchFamily="34" charset="-120"/>
              </a:rPr>
              <a:t>Entities &amp; Attributes</a:t>
            </a:r>
            <a:endParaRPr lang="en-US" sz="3400">
              <a:solidFill>
                <a:srgbClr val="00B0F0"/>
              </a:solidFill>
              <a:latin typeface="Calibri" panose="020F0502020204030204"/>
            </a:endParaRPr>
          </a:p>
        </p:txBody>
      </p:sp>
      <p:sp>
        <p:nvSpPr>
          <p:cNvPr id="3" name="Text 1"/>
          <p:cNvSpPr/>
          <p:nvPr/>
        </p:nvSpPr>
        <p:spPr>
          <a:xfrm>
            <a:off x="631924" y="1139829"/>
            <a:ext cx="10928152" cy="449263"/>
          </a:xfrm>
          <a:prstGeom prst="rect">
            <a:avLst/>
          </a:prstGeom>
          <a:noFill/>
          <a:ln/>
        </p:spPr>
        <p:txBody>
          <a:bodyPr wrap="square" lIns="0" tIns="0" rIns="0" bIns="0" rtlCol="0" anchor="t">
            <a:normAutofit lnSpcReduction="10000"/>
          </a:bodyPr>
          <a:lstStyle/>
          <a:p>
            <a:pPr algn="ctr" defTabSz="1219170">
              <a:lnSpc>
                <a:spcPct val="123000"/>
              </a:lnSpc>
              <a:defRPr/>
            </a:pPr>
            <a:r>
              <a:rPr lang="en-US" sz="1333">
                <a:solidFill>
                  <a:srgbClr val="384653"/>
                </a:solidFill>
                <a:latin typeface="Montserrat" pitchFamily="34" charset="0"/>
                <a:ea typeface="Montserrat" pitchFamily="34" charset="-122"/>
                <a:cs typeface="Montserrat" pitchFamily="34" charset="-120"/>
              </a:rPr>
              <a:t>The relational model comprises </a:t>
            </a:r>
            <a:r>
              <a:rPr lang="en-US" sz="1333" b="1">
                <a:solidFill>
                  <a:srgbClr val="384653"/>
                </a:solidFill>
                <a:latin typeface="Montserrat Bold" pitchFamily="34" charset="0"/>
                <a:ea typeface="Montserrat Bold" pitchFamily="34" charset="-122"/>
                <a:cs typeface="Montserrat Bold" pitchFamily="34" charset="-120"/>
              </a:rPr>
              <a:t>10 core entities</a:t>
            </a:r>
            <a:r>
              <a:rPr lang="en-US" sz="1333">
                <a:solidFill>
                  <a:srgbClr val="384653"/>
                </a:solidFill>
                <a:latin typeface="Montserrat" pitchFamily="34" charset="0"/>
                <a:ea typeface="Montserrat" pitchFamily="34" charset="-122"/>
                <a:cs typeface="Montserrat" pitchFamily="34" charset="-120"/>
              </a:rPr>
              <a:t>. Primary Keys (PK) uniquely identify records; Foreign Keys (FK) enforce referential integrity across relationships</a:t>
            </a:r>
            <a:r>
              <a:rPr lang="en-US" sz="1133">
                <a:solidFill>
                  <a:srgbClr val="384653"/>
                </a:solidFill>
                <a:latin typeface="Montserrat" pitchFamily="34" charset="0"/>
                <a:ea typeface="Montserrat" pitchFamily="34" charset="-122"/>
                <a:cs typeface="Montserrat" pitchFamily="34" charset="-120"/>
              </a:rPr>
              <a:t>.</a:t>
            </a:r>
            <a:endParaRPr lang="en-US" sz="1133">
              <a:solidFill>
                <a:prstClr val="black"/>
              </a:solidFill>
              <a:latin typeface="Calibri" panose="020F0502020204030204"/>
            </a:endParaRPr>
          </a:p>
        </p:txBody>
      </p:sp>
      <p:sp>
        <p:nvSpPr>
          <p:cNvPr id="4" name="Shape 2"/>
          <p:cNvSpPr/>
          <p:nvPr/>
        </p:nvSpPr>
        <p:spPr>
          <a:xfrm>
            <a:off x="629965" y="1579249"/>
            <a:ext cx="10744151" cy="3528322"/>
          </a:xfrm>
          <a:prstGeom prst="roundRect">
            <a:avLst>
              <a:gd name="adj" fmla="val 5214"/>
            </a:avLst>
          </a:prstGeom>
          <a:ln/>
          <a:effectLst>
            <a:glow rad="101600">
              <a:srgbClr val="00B0F0">
                <a:alpha val="60000"/>
              </a:srgbClr>
            </a:glow>
          </a:effectLst>
        </p:spPr>
        <p:style>
          <a:lnRef idx="2">
            <a:schemeClr val="accent1"/>
          </a:lnRef>
          <a:fillRef idx="1">
            <a:schemeClr val="lt1"/>
          </a:fillRef>
          <a:effectRef idx="0">
            <a:schemeClr val="accent1"/>
          </a:effectRef>
          <a:fontRef idx="minor">
            <a:schemeClr val="dk1"/>
          </a:fontRef>
        </p:style>
        <p:txBody>
          <a:bodyPr lIns="91440" tIns="45720" rIns="91440" bIns="45720" anchor="t"/>
          <a:lstStyle/>
          <a:p>
            <a:endParaRPr lang="en-IN" sz="2400">
              <a:ea typeface="Calibri"/>
              <a:cs typeface="Calibri"/>
            </a:endParaRPr>
          </a:p>
        </p:txBody>
      </p:sp>
      <p:sp>
        <p:nvSpPr>
          <p:cNvPr id="5" name="Shape 3"/>
          <p:cNvSpPr/>
          <p:nvPr/>
        </p:nvSpPr>
        <p:spPr>
          <a:xfrm>
            <a:off x="631924" y="2314576"/>
            <a:ext cx="10928152" cy="9521"/>
          </a:xfrm>
          <a:prstGeom prst="rect">
            <a:avLst/>
          </a:prstGeom>
          <a:solidFill>
            <a:srgbClr val="000000">
              <a:alpha val="8000"/>
            </a:srgbClr>
          </a:solidFill>
          <a:ln/>
        </p:spPr>
        <p:txBody>
          <a:bodyPr/>
          <a:lstStyle/>
          <a:p>
            <a:endParaRPr lang="en-IN"/>
          </a:p>
        </p:txBody>
      </p:sp>
      <p:sp>
        <p:nvSpPr>
          <p:cNvPr id="6" name="Shape 4"/>
          <p:cNvSpPr/>
          <p:nvPr/>
        </p:nvSpPr>
        <p:spPr>
          <a:xfrm>
            <a:off x="631924" y="2712444"/>
            <a:ext cx="10928152" cy="9521"/>
          </a:xfrm>
          <a:prstGeom prst="rect">
            <a:avLst/>
          </a:prstGeom>
          <a:solidFill>
            <a:srgbClr val="000000">
              <a:alpha val="8000"/>
            </a:srgbClr>
          </a:solidFill>
          <a:ln/>
        </p:spPr>
        <p:txBody>
          <a:bodyPr/>
          <a:lstStyle/>
          <a:p>
            <a:endParaRPr lang="en-IN"/>
          </a:p>
        </p:txBody>
      </p:sp>
      <p:sp>
        <p:nvSpPr>
          <p:cNvPr id="7" name="Shape 5"/>
          <p:cNvSpPr/>
          <p:nvPr/>
        </p:nvSpPr>
        <p:spPr>
          <a:xfrm>
            <a:off x="631924" y="3110310"/>
            <a:ext cx="10928152" cy="9521"/>
          </a:xfrm>
          <a:prstGeom prst="rect">
            <a:avLst/>
          </a:prstGeom>
          <a:solidFill>
            <a:srgbClr val="000000">
              <a:alpha val="8000"/>
            </a:srgbClr>
          </a:solidFill>
          <a:ln/>
        </p:spPr>
        <p:txBody>
          <a:bodyPr/>
          <a:lstStyle/>
          <a:p>
            <a:endParaRPr lang="en-IN"/>
          </a:p>
        </p:txBody>
      </p:sp>
      <p:sp>
        <p:nvSpPr>
          <p:cNvPr id="8" name="Shape 6"/>
          <p:cNvSpPr/>
          <p:nvPr/>
        </p:nvSpPr>
        <p:spPr>
          <a:xfrm>
            <a:off x="631924" y="3508177"/>
            <a:ext cx="10928152" cy="9521"/>
          </a:xfrm>
          <a:prstGeom prst="rect">
            <a:avLst/>
          </a:prstGeom>
          <a:solidFill>
            <a:srgbClr val="000000">
              <a:alpha val="8000"/>
            </a:srgbClr>
          </a:solidFill>
          <a:ln/>
        </p:spPr>
        <p:txBody>
          <a:bodyPr/>
          <a:lstStyle/>
          <a:p>
            <a:endParaRPr lang="en-IN"/>
          </a:p>
        </p:txBody>
      </p:sp>
      <p:sp>
        <p:nvSpPr>
          <p:cNvPr id="9" name="Shape 7"/>
          <p:cNvSpPr/>
          <p:nvPr/>
        </p:nvSpPr>
        <p:spPr>
          <a:xfrm>
            <a:off x="631924" y="3906045"/>
            <a:ext cx="10928152" cy="9521"/>
          </a:xfrm>
          <a:prstGeom prst="rect">
            <a:avLst/>
          </a:prstGeom>
          <a:solidFill>
            <a:srgbClr val="000000">
              <a:alpha val="8000"/>
            </a:srgbClr>
          </a:solidFill>
          <a:ln/>
        </p:spPr>
        <p:txBody>
          <a:bodyPr/>
          <a:lstStyle/>
          <a:p>
            <a:endParaRPr lang="en-IN"/>
          </a:p>
        </p:txBody>
      </p:sp>
      <p:sp>
        <p:nvSpPr>
          <p:cNvPr id="10" name="Shape 8"/>
          <p:cNvSpPr/>
          <p:nvPr/>
        </p:nvSpPr>
        <p:spPr>
          <a:xfrm>
            <a:off x="631924" y="4303912"/>
            <a:ext cx="10928152" cy="9521"/>
          </a:xfrm>
          <a:prstGeom prst="rect">
            <a:avLst/>
          </a:prstGeom>
          <a:solidFill>
            <a:srgbClr val="000000">
              <a:alpha val="8000"/>
            </a:srgbClr>
          </a:solidFill>
          <a:ln/>
        </p:spPr>
        <p:txBody>
          <a:bodyPr/>
          <a:lstStyle/>
          <a:p>
            <a:endParaRPr lang="en-IN"/>
          </a:p>
        </p:txBody>
      </p:sp>
      <p:sp>
        <p:nvSpPr>
          <p:cNvPr id="11" name="Shape 9"/>
          <p:cNvSpPr/>
          <p:nvPr/>
        </p:nvSpPr>
        <p:spPr>
          <a:xfrm>
            <a:off x="631924" y="4701780"/>
            <a:ext cx="10928152" cy="9521"/>
          </a:xfrm>
          <a:prstGeom prst="rect">
            <a:avLst/>
          </a:prstGeom>
          <a:solidFill>
            <a:srgbClr val="000000">
              <a:alpha val="8000"/>
            </a:srgbClr>
          </a:solidFill>
          <a:ln/>
        </p:spPr>
        <p:txBody>
          <a:bodyPr/>
          <a:lstStyle/>
          <a:p>
            <a:endParaRPr lang="en-IN"/>
          </a:p>
        </p:txBody>
      </p:sp>
      <p:sp>
        <p:nvSpPr>
          <p:cNvPr id="12" name="Shape 10"/>
          <p:cNvSpPr/>
          <p:nvPr/>
        </p:nvSpPr>
        <p:spPr>
          <a:xfrm>
            <a:off x="631924" y="5099646"/>
            <a:ext cx="10928152" cy="9521"/>
          </a:xfrm>
          <a:prstGeom prst="rect">
            <a:avLst/>
          </a:prstGeom>
          <a:solidFill>
            <a:srgbClr val="000000">
              <a:alpha val="8000"/>
            </a:srgbClr>
          </a:solidFill>
          <a:ln/>
        </p:spPr>
        <p:txBody>
          <a:bodyPr/>
          <a:lstStyle/>
          <a:p>
            <a:endParaRPr lang="en-IN"/>
          </a:p>
        </p:txBody>
      </p:sp>
      <p:sp>
        <p:nvSpPr>
          <p:cNvPr id="15" name="Text 13"/>
          <p:cNvSpPr/>
          <p:nvPr/>
        </p:nvSpPr>
        <p:spPr>
          <a:xfrm>
            <a:off x="790774" y="2003326"/>
            <a:ext cx="2488009" cy="224631"/>
          </a:xfrm>
          <a:prstGeom prst="rect">
            <a:avLst/>
          </a:prstGeom>
          <a:noFill/>
          <a:ln/>
        </p:spPr>
        <p:txBody>
          <a:bodyPr wrap="none" lIns="0" tIns="0" rIns="0" bIns="0" rtlCol="0" anchor="t"/>
          <a:lstStyle/>
          <a:p>
            <a:pPr defTabSz="1219170">
              <a:lnSpc>
                <a:spcPct val="123000"/>
              </a:lnSpc>
              <a:defRPr/>
            </a:pPr>
            <a:r>
              <a:rPr lang="en-US" sz="1133" b="1">
                <a:solidFill>
                  <a:srgbClr val="384653"/>
                </a:solidFill>
                <a:latin typeface="Montserrat Bold" pitchFamily="34" charset="0"/>
                <a:ea typeface="Montserrat Bold" pitchFamily="34" charset="-122"/>
                <a:cs typeface="Montserrat Bold" pitchFamily="34" charset="-120"/>
              </a:rPr>
              <a:t>Entity</a:t>
            </a:r>
            <a:endParaRPr lang="en-US" sz="1133">
              <a:solidFill>
                <a:prstClr val="black"/>
              </a:solidFill>
              <a:latin typeface="Calibri" panose="020F0502020204030204"/>
            </a:endParaRPr>
          </a:p>
        </p:txBody>
      </p:sp>
      <p:sp>
        <p:nvSpPr>
          <p:cNvPr id="16" name="Text 14"/>
          <p:cNvSpPr/>
          <p:nvPr/>
        </p:nvSpPr>
        <p:spPr>
          <a:xfrm>
            <a:off x="2973784" y="2003326"/>
            <a:ext cx="4671120" cy="224631"/>
          </a:xfrm>
          <a:prstGeom prst="rect">
            <a:avLst/>
          </a:prstGeom>
          <a:noFill/>
          <a:ln/>
        </p:spPr>
        <p:txBody>
          <a:bodyPr wrap="none" lIns="0" tIns="0" rIns="0" bIns="0" rtlCol="0" anchor="t"/>
          <a:lstStyle/>
          <a:p>
            <a:pPr defTabSz="1219170">
              <a:lnSpc>
                <a:spcPct val="123000"/>
              </a:lnSpc>
              <a:defRPr/>
            </a:pPr>
            <a:r>
              <a:rPr lang="en-US" sz="1133" b="1">
                <a:solidFill>
                  <a:srgbClr val="384653"/>
                </a:solidFill>
                <a:latin typeface="Montserrat Bold" pitchFamily="34" charset="0"/>
                <a:ea typeface="Montserrat Bold" pitchFamily="34" charset="-122"/>
                <a:cs typeface="Montserrat Bold" pitchFamily="34" charset="-120"/>
              </a:rPr>
              <a:t>Primary Key</a:t>
            </a:r>
            <a:endParaRPr lang="en-US" sz="1133">
              <a:solidFill>
                <a:prstClr val="black"/>
              </a:solidFill>
              <a:latin typeface="Calibri" panose="020F0502020204030204"/>
            </a:endParaRPr>
          </a:p>
        </p:txBody>
      </p:sp>
      <p:sp>
        <p:nvSpPr>
          <p:cNvPr id="17" name="Text 15"/>
          <p:cNvSpPr/>
          <p:nvPr/>
        </p:nvSpPr>
        <p:spPr>
          <a:xfrm>
            <a:off x="7339905" y="2003326"/>
            <a:ext cx="4671120" cy="224631"/>
          </a:xfrm>
          <a:prstGeom prst="rect">
            <a:avLst/>
          </a:prstGeom>
          <a:noFill/>
          <a:ln/>
        </p:spPr>
        <p:txBody>
          <a:bodyPr wrap="none" lIns="0" tIns="0" rIns="0" bIns="0" rtlCol="0" anchor="t"/>
          <a:lstStyle/>
          <a:p>
            <a:pPr defTabSz="1219170">
              <a:lnSpc>
                <a:spcPct val="123000"/>
              </a:lnSpc>
              <a:defRPr/>
            </a:pPr>
            <a:r>
              <a:rPr lang="en-US" sz="1133" b="1">
                <a:solidFill>
                  <a:srgbClr val="384653"/>
                </a:solidFill>
                <a:latin typeface="Montserrat Bold" pitchFamily="34" charset="0"/>
                <a:ea typeface="Montserrat Bold" pitchFamily="34" charset="-122"/>
                <a:cs typeface="Montserrat Bold" pitchFamily="34" charset="-120"/>
              </a:rPr>
              <a:t>Key Foreign Keys</a:t>
            </a:r>
            <a:endParaRPr lang="en-US" sz="1133">
              <a:solidFill>
                <a:prstClr val="black"/>
              </a:solidFill>
              <a:latin typeface="Calibri" panose="020F0502020204030204"/>
            </a:endParaRPr>
          </a:p>
        </p:txBody>
      </p:sp>
      <p:sp>
        <p:nvSpPr>
          <p:cNvPr id="18" name="Text 16"/>
          <p:cNvSpPr/>
          <p:nvPr/>
        </p:nvSpPr>
        <p:spPr>
          <a:xfrm>
            <a:off x="790774" y="2401194"/>
            <a:ext cx="2488009" cy="224631"/>
          </a:xfrm>
          <a:prstGeom prst="rect">
            <a:avLst/>
          </a:prstGeom>
          <a:noFill/>
          <a:ln/>
        </p:spPr>
        <p:txBody>
          <a:bodyPr wrap="none" lIns="0" tIns="0" rIns="0" bIns="0" rtlCol="0" anchor="t"/>
          <a:lstStyle/>
          <a:p>
            <a:pPr defTabSz="1219170">
              <a:lnSpc>
                <a:spcPct val="123000"/>
              </a:lnSpc>
              <a:defRPr/>
            </a:pPr>
            <a:r>
              <a:rPr lang="en-US" sz="1133">
                <a:solidFill>
                  <a:prstClr val="black"/>
                </a:solidFill>
                <a:latin typeface="Calibri" panose="020F0502020204030204"/>
              </a:rPr>
              <a:t>Branch</a:t>
            </a:r>
          </a:p>
        </p:txBody>
      </p:sp>
      <p:sp>
        <p:nvSpPr>
          <p:cNvPr id="19" name="Text 17"/>
          <p:cNvSpPr/>
          <p:nvPr/>
        </p:nvSpPr>
        <p:spPr>
          <a:xfrm>
            <a:off x="2973784" y="2401194"/>
            <a:ext cx="4671120" cy="224631"/>
          </a:xfrm>
          <a:prstGeom prst="rect">
            <a:avLst/>
          </a:prstGeom>
          <a:noFill/>
          <a:ln/>
        </p:spPr>
        <p:txBody>
          <a:bodyPr wrap="none" lIns="0" tIns="0" rIns="0" bIns="0" rtlCol="0" anchor="t"/>
          <a:lstStyle/>
          <a:p>
            <a:pPr defTabSz="1219170">
              <a:lnSpc>
                <a:spcPct val="123000"/>
              </a:lnSpc>
              <a:defRPr/>
            </a:pPr>
            <a:r>
              <a:rPr lang="en-US" sz="1100" err="1">
                <a:solidFill>
                  <a:srgbClr val="384653"/>
                </a:solidFill>
                <a:latin typeface="Montserrat"/>
                <a:ea typeface="Montserrat" pitchFamily="34" charset="-122"/>
                <a:cs typeface="Montserrat" pitchFamily="34" charset="-120"/>
              </a:rPr>
              <a:t>Branch_ID</a:t>
            </a:r>
            <a:r>
              <a:rPr lang="en-US" sz="1100">
                <a:solidFill>
                  <a:srgbClr val="384653"/>
                </a:solidFill>
                <a:latin typeface="Montserrat"/>
                <a:ea typeface="Montserrat" pitchFamily="34" charset="-122"/>
                <a:cs typeface="Montserrat" pitchFamily="34" charset="-120"/>
              </a:rPr>
              <a:t> (PK)</a:t>
            </a:r>
            <a:endParaRPr lang="en-US" sz="1100">
              <a:solidFill>
                <a:prstClr val="black"/>
              </a:solidFill>
              <a:latin typeface="Montserrat"/>
              <a:ea typeface="Calibri"/>
              <a:cs typeface="Calibri"/>
            </a:endParaRPr>
          </a:p>
        </p:txBody>
      </p:sp>
      <p:sp>
        <p:nvSpPr>
          <p:cNvPr id="20" name="Text 18"/>
          <p:cNvSpPr/>
          <p:nvPr/>
        </p:nvSpPr>
        <p:spPr>
          <a:xfrm>
            <a:off x="7339905" y="2401194"/>
            <a:ext cx="4671120" cy="224631"/>
          </a:xfrm>
          <a:prstGeom prst="rect">
            <a:avLst/>
          </a:prstGeom>
          <a:noFill/>
          <a:ln/>
        </p:spPr>
        <p:txBody>
          <a:bodyPr wrap="none" lIns="0" tIns="0" rIns="0" bIns="0" rtlCol="0" anchor="t"/>
          <a:lstStyle/>
          <a:p>
            <a:pPr defTabSz="1219170">
              <a:lnSpc>
                <a:spcPct val="123000"/>
              </a:lnSpc>
              <a:defRPr/>
            </a:pPr>
            <a:r>
              <a:rPr lang="en-US" sz="1133">
                <a:solidFill>
                  <a:srgbClr val="384653"/>
                </a:solidFill>
                <a:latin typeface="Montserrat" pitchFamily="34" charset="0"/>
                <a:ea typeface="Montserrat" pitchFamily="34" charset="-122"/>
                <a:cs typeface="Montserrat" pitchFamily="34" charset="-120"/>
              </a:rPr>
              <a:t>—</a:t>
            </a:r>
            <a:endParaRPr lang="en-US" sz="1133">
              <a:solidFill>
                <a:prstClr val="black"/>
              </a:solidFill>
              <a:latin typeface="Calibri" panose="020F0502020204030204"/>
            </a:endParaRPr>
          </a:p>
        </p:txBody>
      </p:sp>
      <p:sp>
        <p:nvSpPr>
          <p:cNvPr id="21" name="Text 19"/>
          <p:cNvSpPr/>
          <p:nvPr/>
        </p:nvSpPr>
        <p:spPr>
          <a:xfrm>
            <a:off x="790774" y="2799061"/>
            <a:ext cx="2488009" cy="224631"/>
          </a:xfrm>
          <a:prstGeom prst="rect">
            <a:avLst/>
          </a:prstGeom>
          <a:noFill/>
          <a:ln/>
        </p:spPr>
        <p:txBody>
          <a:bodyPr wrap="none" lIns="0" tIns="0" rIns="0" bIns="0" rtlCol="0" anchor="t"/>
          <a:lstStyle/>
          <a:p>
            <a:pPr defTabSz="1219170">
              <a:lnSpc>
                <a:spcPct val="123000"/>
              </a:lnSpc>
              <a:defRPr/>
            </a:pPr>
            <a:r>
              <a:rPr lang="en-US" sz="900">
                <a:solidFill>
                  <a:srgbClr val="1B1B1B"/>
                </a:solidFill>
                <a:latin typeface="Consolas"/>
                <a:ea typeface="Calibri"/>
                <a:cs typeface="Calibri"/>
              </a:rPr>
              <a:t>Employee</a:t>
            </a:r>
            <a:endParaRPr lang="en-US"/>
          </a:p>
        </p:txBody>
      </p:sp>
      <p:sp>
        <p:nvSpPr>
          <p:cNvPr id="22" name="Text 20"/>
          <p:cNvSpPr/>
          <p:nvPr/>
        </p:nvSpPr>
        <p:spPr>
          <a:xfrm>
            <a:off x="2973784" y="2799061"/>
            <a:ext cx="4671120" cy="224631"/>
          </a:xfrm>
          <a:prstGeom prst="rect">
            <a:avLst/>
          </a:prstGeom>
          <a:noFill/>
          <a:ln/>
        </p:spPr>
        <p:txBody>
          <a:bodyPr wrap="none" lIns="0" tIns="0" rIns="0" bIns="0" rtlCol="0" anchor="t"/>
          <a:lstStyle/>
          <a:p>
            <a:pPr defTabSz="1219170">
              <a:defRPr/>
            </a:pPr>
            <a:r>
              <a:rPr lang="en-US" sz="1100" err="1">
                <a:solidFill>
                  <a:srgbClr val="384653"/>
                </a:solidFill>
                <a:latin typeface="Montserrat"/>
                <a:ea typeface="Calibri"/>
                <a:cs typeface="Calibri"/>
              </a:rPr>
              <a:t>Employee_ID</a:t>
            </a:r>
            <a:r>
              <a:rPr lang="en-US" sz="1100">
                <a:solidFill>
                  <a:srgbClr val="384653"/>
                </a:solidFill>
                <a:latin typeface="Montserrat"/>
                <a:ea typeface="Calibri"/>
                <a:cs typeface="Calibri"/>
              </a:rPr>
              <a:t> (PK)</a:t>
            </a:r>
            <a:endParaRPr lang="en-US" sz="1100">
              <a:solidFill>
                <a:srgbClr val="000000"/>
              </a:solidFill>
              <a:latin typeface="Montserrat"/>
              <a:ea typeface="Calibri"/>
              <a:cs typeface="Calibri"/>
            </a:endParaRPr>
          </a:p>
          <a:p>
            <a:pPr defTabSz="1219170">
              <a:lnSpc>
                <a:spcPct val="123000"/>
              </a:lnSpc>
              <a:defRPr/>
            </a:pPr>
            <a:endParaRPr lang="en-US" sz="1100">
              <a:solidFill>
                <a:srgbClr val="384653"/>
              </a:solidFill>
              <a:latin typeface="Montserrat"/>
              <a:ea typeface="Calibri"/>
              <a:cs typeface="Calibri"/>
            </a:endParaRPr>
          </a:p>
        </p:txBody>
      </p:sp>
      <p:sp>
        <p:nvSpPr>
          <p:cNvPr id="23" name="Text 21"/>
          <p:cNvSpPr/>
          <p:nvPr/>
        </p:nvSpPr>
        <p:spPr>
          <a:xfrm>
            <a:off x="7339905" y="2799061"/>
            <a:ext cx="4671120" cy="224631"/>
          </a:xfrm>
          <a:prstGeom prst="rect">
            <a:avLst/>
          </a:prstGeom>
          <a:noFill/>
          <a:ln/>
        </p:spPr>
        <p:txBody>
          <a:bodyPr wrap="none" lIns="0" tIns="0" rIns="0" bIns="0" rtlCol="0" anchor="t"/>
          <a:lstStyle/>
          <a:p>
            <a:pPr defTabSz="1219170">
              <a:lnSpc>
                <a:spcPct val="123000"/>
              </a:lnSpc>
              <a:defRPr/>
            </a:pPr>
            <a:r>
              <a:rPr lang="en-US" sz="1100" b="0" i="0" u="none" strike="noStrike" baseline="0" err="1">
                <a:solidFill>
                  <a:srgbClr val="384653"/>
                </a:solidFill>
                <a:latin typeface="Montserrat"/>
              </a:rPr>
              <a:t>branch_ID</a:t>
            </a:r>
            <a:r>
              <a:rPr lang="en-US" sz="1100" b="0" i="0" u="none" strike="noStrike" baseline="0">
                <a:solidFill>
                  <a:srgbClr val="384653"/>
                </a:solidFill>
                <a:latin typeface="Montserrat"/>
              </a:rPr>
              <a:t> (FK)</a:t>
            </a:r>
            <a:r>
              <a:rPr lang="en-US" sz="1100" b="0" i="0">
                <a:solidFill>
                  <a:srgbClr val="000000"/>
                </a:solidFill>
                <a:latin typeface="Montserrat"/>
                <a:ea typeface="Montserrat"/>
                <a:cs typeface="Montserrat"/>
              </a:rPr>
              <a:t>​</a:t>
            </a:r>
            <a:endParaRPr lang="en-US" sz="1133">
              <a:solidFill>
                <a:prstClr val="black"/>
              </a:solidFill>
              <a:latin typeface="Calibri" panose="020F0502020204030204"/>
            </a:endParaRPr>
          </a:p>
        </p:txBody>
      </p:sp>
      <p:sp>
        <p:nvSpPr>
          <p:cNvPr id="24" name="Text 22"/>
          <p:cNvSpPr/>
          <p:nvPr/>
        </p:nvSpPr>
        <p:spPr>
          <a:xfrm>
            <a:off x="790774" y="3196929"/>
            <a:ext cx="2488009" cy="224631"/>
          </a:xfrm>
          <a:prstGeom prst="rect">
            <a:avLst/>
          </a:prstGeom>
          <a:noFill/>
          <a:ln/>
        </p:spPr>
        <p:txBody>
          <a:bodyPr wrap="none" lIns="0" tIns="0" rIns="0" bIns="0" rtlCol="0" anchor="t"/>
          <a:lstStyle/>
          <a:p>
            <a:pPr defTabSz="1219170">
              <a:lnSpc>
                <a:spcPct val="123000"/>
              </a:lnSpc>
              <a:defRPr/>
            </a:pPr>
            <a:r>
              <a:rPr lang="en-US" sz="1100">
                <a:solidFill>
                  <a:srgbClr val="384653"/>
                </a:solidFill>
                <a:latin typeface="Montserrat"/>
              </a:rPr>
              <a:t>Customer</a:t>
            </a:r>
          </a:p>
        </p:txBody>
      </p:sp>
      <p:sp>
        <p:nvSpPr>
          <p:cNvPr id="25" name="Text 23"/>
          <p:cNvSpPr/>
          <p:nvPr/>
        </p:nvSpPr>
        <p:spPr>
          <a:xfrm>
            <a:off x="2973784" y="3196929"/>
            <a:ext cx="4671120" cy="224631"/>
          </a:xfrm>
          <a:prstGeom prst="rect">
            <a:avLst/>
          </a:prstGeom>
          <a:noFill/>
          <a:ln/>
        </p:spPr>
        <p:txBody>
          <a:bodyPr wrap="none" lIns="0" tIns="0" rIns="0" bIns="0" rtlCol="0" anchor="t"/>
          <a:lstStyle/>
          <a:p>
            <a:pPr defTabSz="1219170">
              <a:lnSpc>
                <a:spcPct val="123000"/>
              </a:lnSpc>
              <a:defRPr/>
            </a:pPr>
            <a:r>
              <a:rPr lang="en-US" sz="1100" err="1">
                <a:solidFill>
                  <a:srgbClr val="384653"/>
                </a:solidFill>
                <a:latin typeface="Montserrat"/>
              </a:rPr>
              <a:t>Customer_ID</a:t>
            </a:r>
            <a:r>
              <a:rPr lang="en-US" sz="1100">
                <a:solidFill>
                  <a:srgbClr val="384653"/>
                </a:solidFill>
                <a:latin typeface="Montserrat"/>
              </a:rPr>
              <a:t>(PK)</a:t>
            </a:r>
          </a:p>
        </p:txBody>
      </p:sp>
      <p:sp>
        <p:nvSpPr>
          <p:cNvPr id="26" name="Text 24"/>
          <p:cNvSpPr/>
          <p:nvPr/>
        </p:nvSpPr>
        <p:spPr>
          <a:xfrm>
            <a:off x="7339905" y="3196929"/>
            <a:ext cx="4671120" cy="224631"/>
          </a:xfrm>
          <a:prstGeom prst="rect">
            <a:avLst/>
          </a:prstGeom>
          <a:noFill/>
          <a:ln/>
        </p:spPr>
        <p:txBody>
          <a:bodyPr wrap="none" lIns="0" tIns="0" rIns="0" bIns="0" rtlCol="0" anchor="t"/>
          <a:lstStyle/>
          <a:p>
            <a:pPr defTabSz="1219170">
              <a:lnSpc>
                <a:spcPct val="123000"/>
              </a:lnSpc>
              <a:defRPr/>
            </a:pPr>
            <a:endParaRPr lang="en-US" sz="1100">
              <a:solidFill>
                <a:srgbClr val="384653"/>
              </a:solidFill>
              <a:latin typeface="Montserrat"/>
            </a:endParaRPr>
          </a:p>
        </p:txBody>
      </p:sp>
      <p:sp>
        <p:nvSpPr>
          <p:cNvPr id="27" name="Text 25"/>
          <p:cNvSpPr/>
          <p:nvPr/>
        </p:nvSpPr>
        <p:spPr>
          <a:xfrm>
            <a:off x="790774" y="3594795"/>
            <a:ext cx="2488009" cy="224631"/>
          </a:xfrm>
          <a:prstGeom prst="rect">
            <a:avLst/>
          </a:prstGeom>
          <a:noFill/>
          <a:ln/>
        </p:spPr>
        <p:txBody>
          <a:bodyPr wrap="none" lIns="0" tIns="0" rIns="0" bIns="0" rtlCol="0" anchor="t"/>
          <a:lstStyle/>
          <a:p>
            <a:pPr defTabSz="1219170">
              <a:lnSpc>
                <a:spcPct val="123000"/>
              </a:lnSpc>
              <a:defRPr/>
            </a:pPr>
            <a:r>
              <a:rPr lang="en-US" sz="900">
                <a:solidFill>
                  <a:srgbClr val="1B1B1B"/>
                </a:solidFill>
                <a:latin typeface="Consolas"/>
              </a:rPr>
              <a:t>Account</a:t>
            </a:r>
            <a:endParaRPr lang="en-US"/>
          </a:p>
        </p:txBody>
      </p:sp>
      <p:sp>
        <p:nvSpPr>
          <p:cNvPr id="28" name="Text 26"/>
          <p:cNvSpPr/>
          <p:nvPr/>
        </p:nvSpPr>
        <p:spPr>
          <a:xfrm>
            <a:off x="2973784" y="3594795"/>
            <a:ext cx="4671120" cy="224631"/>
          </a:xfrm>
          <a:prstGeom prst="rect">
            <a:avLst/>
          </a:prstGeom>
          <a:noFill/>
          <a:ln/>
        </p:spPr>
        <p:txBody>
          <a:bodyPr wrap="none" lIns="0" tIns="0" rIns="0" bIns="0" rtlCol="0" anchor="t"/>
          <a:lstStyle/>
          <a:p>
            <a:pPr defTabSz="1219170">
              <a:lnSpc>
                <a:spcPct val="123000"/>
              </a:lnSpc>
              <a:defRPr/>
            </a:pPr>
            <a:r>
              <a:rPr lang="en-US" sz="1100" err="1">
                <a:solidFill>
                  <a:srgbClr val="384653"/>
                </a:solidFill>
                <a:latin typeface="Montserrat"/>
              </a:rPr>
              <a:t>Account_No</a:t>
            </a:r>
            <a:r>
              <a:rPr lang="en-US" sz="1100">
                <a:solidFill>
                  <a:srgbClr val="384653"/>
                </a:solidFill>
                <a:latin typeface="Montserrat"/>
              </a:rPr>
              <a:t>(PK)</a:t>
            </a:r>
          </a:p>
        </p:txBody>
      </p:sp>
      <p:sp>
        <p:nvSpPr>
          <p:cNvPr id="29" name="Text 27"/>
          <p:cNvSpPr/>
          <p:nvPr/>
        </p:nvSpPr>
        <p:spPr>
          <a:xfrm>
            <a:off x="7339905" y="3594795"/>
            <a:ext cx="4671120" cy="224631"/>
          </a:xfrm>
          <a:prstGeom prst="rect">
            <a:avLst/>
          </a:prstGeom>
          <a:noFill/>
          <a:ln/>
        </p:spPr>
        <p:txBody>
          <a:bodyPr wrap="none" lIns="0" tIns="0" rIns="0" bIns="0" rtlCol="0" anchor="t"/>
          <a:lstStyle/>
          <a:p>
            <a:pPr defTabSz="1219170">
              <a:lnSpc>
                <a:spcPct val="123000"/>
              </a:lnSpc>
              <a:defRPr/>
            </a:pPr>
            <a:r>
              <a:rPr lang="en-US" sz="1100" b="0" i="0" u="none" strike="noStrike" baseline="0">
                <a:solidFill>
                  <a:srgbClr val="384653"/>
                </a:solidFill>
                <a:latin typeface="Montserrat"/>
              </a:rPr>
              <a:t>branch_ID (FK)</a:t>
            </a:r>
            <a:r>
              <a:rPr lang="en-US" sz="1100" b="0" i="0" u="none" strike="noStrike" baseline="0">
                <a:solidFill>
                  <a:srgbClr val="000000"/>
                </a:solidFill>
                <a:latin typeface="Montserrat"/>
              </a:rPr>
              <a:t>​</a:t>
            </a:r>
            <a:r>
              <a:rPr lang="en-US" sz="1100" b="0" i="0">
                <a:solidFill>
                  <a:srgbClr val="000000"/>
                </a:solidFill>
                <a:latin typeface="Montserrat"/>
                <a:ea typeface="Montserrat"/>
                <a:cs typeface="Montserrat"/>
              </a:rPr>
              <a:t>​</a:t>
            </a:r>
            <a:endParaRPr lang="en-US" sz="1100">
              <a:solidFill>
                <a:srgbClr val="384653"/>
              </a:solidFill>
              <a:latin typeface="Montserrat"/>
            </a:endParaRPr>
          </a:p>
        </p:txBody>
      </p:sp>
      <p:sp>
        <p:nvSpPr>
          <p:cNvPr id="30" name="Text 28"/>
          <p:cNvSpPr/>
          <p:nvPr/>
        </p:nvSpPr>
        <p:spPr>
          <a:xfrm>
            <a:off x="790774" y="3992662"/>
            <a:ext cx="2488009" cy="224631"/>
          </a:xfrm>
          <a:prstGeom prst="rect">
            <a:avLst/>
          </a:prstGeom>
          <a:noFill/>
          <a:ln/>
        </p:spPr>
        <p:txBody>
          <a:bodyPr wrap="none" lIns="0" tIns="0" rIns="0" bIns="0" rtlCol="0" anchor="t"/>
          <a:lstStyle/>
          <a:p>
            <a:pPr defTabSz="1219170">
              <a:lnSpc>
                <a:spcPct val="123000"/>
              </a:lnSpc>
              <a:defRPr/>
            </a:pPr>
            <a:r>
              <a:rPr lang="en-US" sz="900" err="1">
                <a:solidFill>
                  <a:srgbClr val="1B1B1B"/>
                </a:solidFill>
                <a:latin typeface="Consolas"/>
              </a:rPr>
              <a:t>Transaction_Log</a:t>
            </a:r>
            <a:br>
              <a:rPr lang="en-US" sz="900">
                <a:solidFill>
                  <a:srgbClr val="1B1B1B"/>
                </a:solidFill>
                <a:latin typeface="Consolas"/>
              </a:rPr>
            </a:br>
            <a:endParaRPr lang="en-US" sz="900">
              <a:solidFill>
                <a:srgbClr val="1B1B1B"/>
              </a:solidFill>
              <a:latin typeface="Consolas"/>
            </a:endParaRPr>
          </a:p>
        </p:txBody>
      </p:sp>
      <p:sp>
        <p:nvSpPr>
          <p:cNvPr id="31" name="Text 29"/>
          <p:cNvSpPr/>
          <p:nvPr/>
        </p:nvSpPr>
        <p:spPr>
          <a:xfrm>
            <a:off x="2973784" y="3992662"/>
            <a:ext cx="4671120" cy="224631"/>
          </a:xfrm>
          <a:prstGeom prst="rect">
            <a:avLst/>
          </a:prstGeom>
          <a:noFill/>
          <a:ln/>
        </p:spPr>
        <p:txBody>
          <a:bodyPr wrap="none" lIns="0" tIns="0" rIns="0" bIns="0" rtlCol="0" anchor="t"/>
          <a:lstStyle/>
          <a:p>
            <a:pPr defTabSz="1219170">
              <a:lnSpc>
                <a:spcPct val="123000"/>
              </a:lnSpc>
              <a:defRPr/>
            </a:pPr>
            <a:r>
              <a:rPr lang="en-US" sz="1100" err="1">
                <a:solidFill>
                  <a:srgbClr val="384653"/>
                </a:solidFill>
                <a:latin typeface="Montserrat"/>
              </a:rPr>
              <a:t>Transaction_Log</a:t>
            </a:r>
            <a:r>
              <a:rPr lang="en-US" sz="1100">
                <a:solidFill>
                  <a:srgbClr val="384653"/>
                </a:solidFill>
                <a:latin typeface="Montserrat"/>
              </a:rPr>
              <a:t>(PK)</a:t>
            </a:r>
          </a:p>
        </p:txBody>
      </p:sp>
      <p:sp>
        <p:nvSpPr>
          <p:cNvPr id="32" name="Text 30"/>
          <p:cNvSpPr/>
          <p:nvPr/>
        </p:nvSpPr>
        <p:spPr>
          <a:xfrm>
            <a:off x="7339905" y="3992662"/>
            <a:ext cx="4671120" cy="224631"/>
          </a:xfrm>
          <a:prstGeom prst="rect">
            <a:avLst/>
          </a:prstGeom>
          <a:noFill/>
          <a:ln/>
        </p:spPr>
        <p:txBody>
          <a:bodyPr wrap="none" lIns="0" tIns="0" rIns="0" bIns="0" rtlCol="0" anchor="t"/>
          <a:lstStyle/>
          <a:p>
            <a:pPr defTabSz="1219170">
              <a:lnSpc>
                <a:spcPct val="123000"/>
              </a:lnSpc>
              <a:defRPr/>
            </a:pPr>
            <a:r>
              <a:rPr lang="en-US" sz="1100" b="0" i="0" u="none" strike="noStrike" baseline="0" err="1">
                <a:solidFill>
                  <a:srgbClr val="384653"/>
                </a:solidFill>
                <a:latin typeface="Montserrat"/>
              </a:rPr>
              <a:t>account_</a:t>
            </a:r>
            <a:r>
              <a:rPr lang="en-US" sz="1100" err="1">
                <a:solidFill>
                  <a:srgbClr val="384653"/>
                </a:solidFill>
                <a:latin typeface="Montserrat"/>
              </a:rPr>
              <a:t>NO</a:t>
            </a:r>
            <a:r>
              <a:rPr lang="en-US" sz="1100" b="0" i="0" u="none" strike="noStrike" baseline="0">
                <a:solidFill>
                  <a:srgbClr val="384653"/>
                </a:solidFill>
                <a:latin typeface="Montserrat"/>
              </a:rPr>
              <a:t> (FK)</a:t>
            </a:r>
            <a:r>
              <a:rPr lang="en-US" sz="1100" b="0" i="0">
                <a:solidFill>
                  <a:srgbClr val="000000"/>
                </a:solidFill>
                <a:latin typeface="Montserrat"/>
                <a:ea typeface="Montserrat"/>
                <a:cs typeface="Montserrat"/>
              </a:rPr>
              <a:t>​</a:t>
            </a:r>
            <a:endParaRPr lang="en-US" sz="1100">
              <a:solidFill>
                <a:srgbClr val="384653"/>
              </a:solidFill>
              <a:latin typeface="Montserrat"/>
            </a:endParaRPr>
          </a:p>
        </p:txBody>
      </p:sp>
      <p:sp>
        <p:nvSpPr>
          <p:cNvPr id="33" name="Text 31"/>
          <p:cNvSpPr/>
          <p:nvPr/>
        </p:nvSpPr>
        <p:spPr>
          <a:xfrm>
            <a:off x="790774" y="4390530"/>
            <a:ext cx="2488009" cy="224631"/>
          </a:xfrm>
          <a:prstGeom prst="rect">
            <a:avLst/>
          </a:prstGeom>
          <a:noFill/>
          <a:ln/>
        </p:spPr>
        <p:txBody>
          <a:bodyPr wrap="none" lIns="0" tIns="0" rIns="0" bIns="0" rtlCol="0" anchor="t"/>
          <a:lstStyle/>
          <a:p>
            <a:pPr defTabSz="1219170">
              <a:lnSpc>
                <a:spcPct val="123000"/>
              </a:lnSpc>
              <a:defRPr/>
            </a:pPr>
            <a:r>
              <a:rPr lang="en-US" sz="1100">
                <a:solidFill>
                  <a:srgbClr val="384653"/>
                </a:solidFill>
                <a:latin typeface="Montserrat"/>
              </a:rPr>
              <a:t>Loan</a:t>
            </a:r>
            <a:endParaRPr lang="en-US" sz="1133">
              <a:solidFill>
                <a:prstClr val="black"/>
              </a:solidFill>
              <a:latin typeface="Calibri" panose="020F0502020204030204"/>
            </a:endParaRPr>
          </a:p>
        </p:txBody>
      </p:sp>
      <p:sp>
        <p:nvSpPr>
          <p:cNvPr id="34" name="Text 32"/>
          <p:cNvSpPr/>
          <p:nvPr/>
        </p:nvSpPr>
        <p:spPr>
          <a:xfrm>
            <a:off x="2973784" y="4390530"/>
            <a:ext cx="4671120" cy="224631"/>
          </a:xfrm>
          <a:prstGeom prst="rect">
            <a:avLst/>
          </a:prstGeom>
          <a:noFill/>
          <a:ln/>
        </p:spPr>
        <p:txBody>
          <a:bodyPr wrap="none" lIns="0" tIns="0" rIns="0" bIns="0" rtlCol="0" anchor="t"/>
          <a:lstStyle/>
          <a:p>
            <a:pPr defTabSz="1219170">
              <a:lnSpc>
                <a:spcPct val="123000"/>
              </a:lnSpc>
              <a:defRPr/>
            </a:pPr>
            <a:r>
              <a:rPr lang="en-US" sz="1100" err="1">
                <a:solidFill>
                  <a:srgbClr val="384653"/>
                </a:solidFill>
                <a:latin typeface="Montserrat"/>
              </a:rPr>
              <a:t>Loan_ID</a:t>
            </a:r>
            <a:r>
              <a:rPr lang="en-US" sz="1100">
                <a:solidFill>
                  <a:srgbClr val="384653"/>
                </a:solidFill>
                <a:latin typeface="Montserrat"/>
              </a:rPr>
              <a:t>(PK)</a:t>
            </a:r>
          </a:p>
        </p:txBody>
      </p:sp>
      <p:sp>
        <p:nvSpPr>
          <p:cNvPr id="35" name="Text 33"/>
          <p:cNvSpPr/>
          <p:nvPr/>
        </p:nvSpPr>
        <p:spPr>
          <a:xfrm>
            <a:off x="7339905" y="4390530"/>
            <a:ext cx="4671120" cy="224631"/>
          </a:xfrm>
          <a:prstGeom prst="rect">
            <a:avLst/>
          </a:prstGeom>
          <a:noFill/>
          <a:ln/>
        </p:spPr>
        <p:txBody>
          <a:bodyPr wrap="none" lIns="0" tIns="0" rIns="0" bIns="0" rtlCol="0" anchor="t"/>
          <a:lstStyle/>
          <a:p>
            <a:pPr defTabSz="1219170">
              <a:lnSpc>
                <a:spcPct val="123000"/>
              </a:lnSpc>
              <a:defRPr/>
            </a:pPr>
            <a:r>
              <a:rPr lang="en-US" sz="1100" b="0" i="0" u="none" strike="noStrike" baseline="0">
                <a:solidFill>
                  <a:srgbClr val="384653"/>
                </a:solidFill>
                <a:latin typeface="Montserrat"/>
              </a:rPr>
              <a:t>account_NO (FK)</a:t>
            </a:r>
            <a:r>
              <a:rPr lang="en-US" sz="1100" b="0" i="0" u="none" strike="noStrike" baseline="0">
                <a:solidFill>
                  <a:srgbClr val="000000"/>
                </a:solidFill>
                <a:latin typeface="Montserrat"/>
              </a:rPr>
              <a:t>​</a:t>
            </a:r>
            <a:r>
              <a:rPr lang="en-US" sz="1100" b="0" i="0">
                <a:solidFill>
                  <a:srgbClr val="000000"/>
                </a:solidFill>
                <a:latin typeface="Montserrat"/>
                <a:ea typeface="Montserrat"/>
                <a:cs typeface="Montserrat"/>
              </a:rPr>
              <a:t>​</a:t>
            </a:r>
            <a:endParaRPr lang="en-US" sz="1100">
              <a:solidFill>
                <a:srgbClr val="384653"/>
              </a:solidFill>
              <a:latin typeface="Montserrat"/>
            </a:endParaRPr>
          </a:p>
        </p:txBody>
      </p:sp>
      <p:sp>
        <p:nvSpPr>
          <p:cNvPr id="36" name="Text 34"/>
          <p:cNvSpPr/>
          <p:nvPr/>
        </p:nvSpPr>
        <p:spPr>
          <a:xfrm>
            <a:off x="790774" y="4788397"/>
            <a:ext cx="2488009" cy="224631"/>
          </a:xfrm>
          <a:prstGeom prst="rect">
            <a:avLst/>
          </a:prstGeom>
          <a:noFill/>
          <a:ln/>
        </p:spPr>
        <p:txBody>
          <a:bodyPr wrap="none" lIns="0" tIns="0" rIns="0" bIns="0" rtlCol="0" anchor="t"/>
          <a:lstStyle/>
          <a:p>
            <a:pPr defTabSz="1219170">
              <a:lnSpc>
                <a:spcPct val="123000"/>
              </a:lnSpc>
              <a:defRPr/>
            </a:pPr>
            <a:r>
              <a:rPr lang="en-US" sz="1100">
                <a:solidFill>
                  <a:srgbClr val="384653"/>
                </a:solidFill>
                <a:latin typeface="Montserrat"/>
              </a:rPr>
              <a:t>Card</a:t>
            </a:r>
            <a:endParaRPr lang="en-US" sz="1133">
              <a:solidFill>
                <a:prstClr val="black"/>
              </a:solidFill>
              <a:latin typeface="Calibri" panose="020F0502020204030204"/>
            </a:endParaRPr>
          </a:p>
        </p:txBody>
      </p:sp>
      <p:sp>
        <p:nvSpPr>
          <p:cNvPr id="37" name="Text 35"/>
          <p:cNvSpPr/>
          <p:nvPr/>
        </p:nvSpPr>
        <p:spPr>
          <a:xfrm>
            <a:off x="2973784" y="4788397"/>
            <a:ext cx="4671120" cy="224631"/>
          </a:xfrm>
          <a:prstGeom prst="rect">
            <a:avLst/>
          </a:prstGeom>
          <a:noFill/>
          <a:ln/>
        </p:spPr>
        <p:txBody>
          <a:bodyPr wrap="none" lIns="0" tIns="0" rIns="0" bIns="0" rtlCol="0" anchor="t"/>
          <a:lstStyle/>
          <a:p>
            <a:pPr defTabSz="1219170">
              <a:lnSpc>
                <a:spcPct val="123000"/>
              </a:lnSpc>
              <a:defRPr/>
            </a:pPr>
            <a:r>
              <a:rPr lang="en-US" sz="1100" err="1">
                <a:solidFill>
                  <a:srgbClr val="384653"/>
                </a:solidFill>
                <a:latin typeface="Montserrat"/>
              </a:rPr>
              <a:t>card_ID</a:t>
            </a:r>
            <a:r>
              <a:rPr lang="en-US" sz="1100">
                <a:solidFill>
                  <a:srgbClr val="384653"/>
                </a:solidFill>
                <a:latin typeface="Montserrat"/>
              </a:rPr>
              <a:t> (PK)</a:t>
            </a:r>
            <a:endParaRPr lang="en-US" sz="1100">
              <a:solidFill>
                <a:prstClr val="black"/>
              </a:solidFill>
              <a:latin typeface="Calibri"/>
              <a:ea typeface="Calibri"/>
              <a:cs typeface="Calibri"/>
            </a:endParaRPr>
          </a:p>
        </p:txBody>
      </p:sp>
      <p:sp>
        <p:nvSpPr>
          <p:cNvPr id="38" name="Text 36"/>
          <p:cNvSpPr/>
          <p:nvPr/>
        </p:nvSpPr>
        <p:spPr>
          <a:xfrm>
            <a:off x="7339905" y="4788397"/>
            <a:ext cx="4671120" cy="224631"/>
          </a:xfrm>
          <a:prstGeom prst="rect">
            <a:avLst/>
          </a:prstGeom>
          <a:noFill/>
          <a:ln/>
        </p:spPr>
        <p:txBody>
          <a:bodyPr wrap="none" lIns="0" tIns="0" rIns="0" bIns="0" rtlCol="0" anchor="t"/>
          <a:lstStyle/>
          <a:p>
            <a:pPr defTabSz="1219170">
              <a:lnSpc>
                <a:spcPct val="123000"/>
              </a:lnSpc>
              <a:defRPr/>
            </a:pPr>
            <a:r>
              <a:rPr lang="en-US" sz="1133" err="1">
                <a:solidFill>
                  <a:srgbClr val="384653"/>
                </a:solidFill>
                <a:latin typeface="Montserrat" pitchFamily="34" charset="0"/>
                <a:ea typeface="Montserrat" pitchFamily="34" charset="-122"/>
                <a:cs typeface="Montserrat" pitchFamily="34" charset="-120"/>
              </a:rPr>
              <a:t>account_ID</a:t>
            </a:r>
            <a:r>
              <a:rPr lang="en-US" sz="1133">
                <a:solidFill>
                  <a:srgbClr val="384653"/>
                </a:solidFill>
                <a:latin typeface="Montserrat" pitchFamily="34" charset="0"/>
                <a:ea typeface="Montserrat" pitchFamily="34" charset="-122"/>
                <a:cs typeface="Montserrat" pitchFamily="34" charset="-120"/>
              </a:rPr>
              <a:t> (FK)</a:t>
            </a:r>
            <a:endParaRPr lang="en-US" sz="1133">
              <a:solidFill>
                <a:prstClr val="black"/>
              </a:solidFill>
              <a:latin typeface="Calibri" panose="020F0502020204030204"/>
            </a:endParaRPr>
          </a:p>
        </p:txBody>
      </p:sp>
      <p:pic>
        <p:nvPicPr>
          <p:cNvPr id="50" name="Picture 49">
            <a:extLst>
              <a:ext uri="{FF2B5EF4-FFF2-40B4-BE49-F238E27FC236}">
                <a16:creationId xmlns:a16="http://schemas.microsoft.com/office/drawing/2014/main" id="{B3785C5E-20C4-8F2E-DB9F-C95DE8AE27D1}"/>
              </a:ext>
            </a:extLst>
          </p:cNvPr>
          <p:cNvPicPr>
            <a:picLocks noChangeAspect="1"/>
          </p:cNvPicPr>
          <p:nvPr/>
        </p:nvPicPr>
        <p:blipFill>
          <a:blip r:embed="rId3"/>
          <a:stretch>
            <a:fillRect/>
          </a:stretch>
        </p:blipFill>
        <p:spPr>
          <a:xfrm>
            <a:off x="200243" y="185677"/>
            <a:ext cx="1330948" cy="405619"/>
          </a:xfrm>
          <a:prstGeom prst="rect">
            <a:avLst/>
          </a:prstGeom>
        </p:spPr>
      </p:pic>
      <mc:AlternateContent xmlns:mc="http://schemas.openxmlformats.org/markup-compatibility/2006" xmlns:p14="http://schemas.microsoft.com/office/powerpoint/2010/main">
        <mc:Choice Requires="p14">
          <p:contentPart p14:bwMode="auto" r:id="rId4">
            <p14:nvContentPartPr>
              <p14:cNvPr id="49" name="Ink 48">
                <a:extLst>
                  <a:ext uri="{FF2B5EF4-FFF2-40B4-BE49-F238E27FC236}">
                    <a16:creationId xmlns:a16="http://schemas.microsoft.com/office/drawing/2014/main" id="{3D7BD7EB-0338-E351-0C45-2DCBFDFB81E7}"/>
                  </a:ext>
                </a:extLst>
              </p14:cNvPr>
              <p14:cNvContentPartPr/>
              <p14:nvPr/>
            </p14:nvContentPartPr>
            <p14:xfrm>
              <a:off x="11145510" y="6594150"/>
              <a:ext cx="898200" cy="167040"/>
            </p14:xfrm>
          </p:contentPart>
        </mc:Choice>
        <mc:Fallback xmlns="">
          <p:pic>
            <p:nvPicPr>
              <p:cNvPr id="49" name="Ink 48">
                <a:extLst>
                  <a:ext uri="{FF2B5EF4-FFF2-40B4-BE49-F238E27FC236}">
                    <a16:creationId xmlns:a16="http://schemas.microsoft.com/office/drawing/2014/main" id="{3D7BD7EB-0338-E351-0C45-2DCBFDFB81E7}"/>
                  </a:ext>
                </a:extLst>
              </p:cNvPr>
              <p:cNvPicPr/>
              <p:nvPr/>
            </p:nvPicPr>
            <p:blipFill>
              <a:blip r:embed="rId5"/>
              <a:stretch>
                <a:fillRect/>
              </a:stretch>
            </p:blipFill>
            <p:spPr>
              <a:xfrm>
                <a:off x="11082510" y="6531150"/>
                <a:ext cx="1023840" cy="292680"/>
              </a:xfrm>
              <a:prstGeom prst="rect">
                <a:avLst/>
              </a:prstGeom>
            </p:spPr>
          </p:pic>
        </mc:Fallback>
      </mc:AlternateContent>
      <p:sp>
        <p:nvSpPr>
          <p:cNvPr id="48" name="TextBox 47">
            <a:extLst>
              <a:ext uri="{FF2B5EF4-FFF2-40B4-BE49-F238E27FC236}">
                <a16:creationId xmlns:a16="http://schemas.microsoft.com/office/drawing/2014/main" id="{29FE65F9-1AE4-668D-8315-815BE9FD2F8D}"/>
              </a:ext>
            </a:extLst>
          </p:cNvPr>
          <p:cNvSpPr txBox="1"/>
          <p:nvPr/>
        </p:nvSpPr>
        <p:spPr>
          <a:xfrm>
            <a:off x="7311711" y="3149752"/>
            <a:ext cx="1093735" cy="253916"/>
          </a:xfrm>
          <a:prstGeom prst="rect">
            <a:avLst/>
          </a:prstGeom>
          <a:noFill/>
        </p:spPr>
        <p:txBody>
          <a:bodyPr wrap="square" rtlCol="0">
            <a:spAutoFit/>
          </a:bodyPr>
          <a:lstStyle/>
          <a:p>
            <a:r>
              <a:rPr lang="en-IN" sz="1050"/>
              <a:t>__</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BA346AF-5B90-710B-3FA4-0A4FEB0631D1}"/>
                  </a:ext>
                </a:extLst>
              </p14:cNvPr>
              <p14:cNvContentPartPr/>
              <p14:nvPr/>
            </p14:nvContentPartPr>
            <p14:xfrm>
              <a:off x="3134996" y="628611"/>
              <a:ext cx="360" cy="360"/>
            </p14:xfrm>
          </p:contentPart>
        </mc:Choice>
        <mc:Fallback xmlns="">
          <p:pic>
            <p:nvPicPr>
              <p:cNvPr id="4" name="Ink 3">
                <a:extLst>
                  <a:ext uri="{FF2B5EF4-FFF2-40B4-BE49-F238E27FC236}">
                    <a16:creationId xmlns:a16="http://schemas.microsoft.com/office/drawing/2014/main" id="{BBA346AF-5B90-710B-3FA4-0A4FEB0631D1}"/>
                  </a:ext>
                </a:extLst>
              </p:cNvPr>
              <p:cNvPicPr/>
              <p:nvPr/>
            </p:nvPicPr>
            <p:blipFill>
              <a:blip r:embed="rId3"/>
              <a:stretch>
                <a:fillRect/>
              </a:stretch>
            </p:blipFill>
            <p:spPr>
              <a:xfrm>
                <a:off x="3044996" y="448611"/>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9B9353A0-39EE-397D-B1A1-3F6FAC3A42D5}"/>
                  </a:ext>
                </a:extLst>
              </p14:cNvPr>
              <p14:cNvContentPartPr/>
              <p14:nvPr/>
            </p14:nvContentPartPr>
            <p14:xfrm>
              <a:off x="2349836" y="496851"/>
              <a:ext cx="785520" cy="132120"/>
            </p14:xfrm>
          </p:contentPart>
        </mc:Choice>
        <mc:Fallback xmlns="">
          <p:pic>
            <p:nvPicPr>
              <p:cNvPr id="5" name="Ink 4">
                <a:extLst>
                  <a:ext uri="{FF2B5EF4-FFF2-40B4-BE49-F238E27FC236}">
                    <a16:creationId xmlns:a16="http://schemas.microsoft.com/office/drawing/2014/main" id="{9B9353A0-39EE-397D-B1A1-3F6FAC3A42D5}"/>
                  </a:ext>
                </a:extLst>
              </p:cNvPr>
              <p:cNvPicPr/>
              <p:nvPr/>
            </p:nvPicPr>
            <p:blipFill>
              <a:blip r:embed="rId5"/>
              <a:stretch>
                <a:fillRect/>
              </a:stretch>
            </p:blipFill>
            <p:spPr>
              <a:xfrm>
                <a:off x="2259836" y="316851"/>
                <a:ext cx="965160" cy="491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9C96D65B-C9DF-2B9A-74EF-B174FB0C63B2}"/>
                  </a:ext>
                </a:extLst>
              </p14:cNvPr>
              <p14:cNvContentPartPr/>
              <p14:nvPr/>
            </p14:nvContentPartPr>
            <p14:xfrm>
              <a:off x="2116196" y="619611"/>
              <a:ext cx="463680" cy="17640"/>
            </p14:xfrm>
          </p:contentPart>
        </mc:Choice>
        <mc:Fallback xmlns="">
          <p:pic>
            <p:nvPicPr>
              <p:cNvPr id="6" name="Ink 5">
                <a:extLst>
                  <a:ext uri="{FF2B5EF4-FFF2-40B4-BE49-F238E27FC236}">
                    <a16:creationId xmlns:a16="http://schemas.microsoft.com/office/drawing/2014/main" id="{9C96D65B-C9DF-2B9A-74EF-B174FB0C63B2}"/>
                  </a:ext>
                </a:extLst>
              </p:cNvPr>
              <p:cNvPicPr/>
              <p:nvPr/>
            </p:nvPicPr>
            <p:blipFill>
              <a:blip r:embed="rId7"/>
              <a:stretch>
                <a:fillRect/>
              </a:stretch>
            </p:blipFill>
            <p:spPr>
              <a:xfrm>
                <a:off x="2026196" y="435861"/>
                <a:ext cx="643320" cy="384773"/>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460FCA2B-A2D5-562A-2A05-9A1D2B0FC492}"/>
                  </a:ext>
                </a:extLst>
              </p14:cNvPr>
              <p14:cNvContentPartPr/>
              <p14:nvPr/>
            </p14:nvContentPartPr>
            <p14:xfrm>
              <a:off x="1900556" y="304971"/>
              <a:ext cx="1758600" cy="427320"/>
            </p14:xfrm>
          </p:contentPart>
        </mc:Choice>
        <mc:Fallback xmlns="">
          <p:pic>
            <p:nvPicPr>
              <p:cNvPr id="7" name="Ink 6">
                <a:extLst>
                  <a:ext uri="{FF2B5EF4-FFF2-40B4-BE49-F238E27FC236}">
                    <a16:creationId xmlns:a16="http://schemas.microsoft.com/office/drawing/2014/main" id="{460FCA2B-A2D5-562A-2A05-9A1D2B0FC492}"/>
                  </a:ext>
                </a:extLst>
              </p:cNvPr>
              <p:cNvPicPr/>
              <p:nvPr/>
            </p:nvPicPr>
            <p:blipFill>
              <a:blip r:embed="rId9"/>
              <a:stretch>
                <a:fillRect/>
              </a:stretch>
            </p:blipFill>
            <p:spPr>
              <a:xfrm>
                <a:off x="1810556" y="124971"/>
                <a:ext cx="1938240" cy="786960"/>
              </a:xfrm>
              <a:prstGeom prst="rect">
                <a:avLst/>
              </a:prstGeom>
            </p:spPr>
          </p:pic>
        </mc:Fallback>
      </mc:AlternateContent>
      <p:pic>
        <p:nvPicPr>
          <p:cNvPr id="9" name="Picture 8" descr="The image illustrates a relational database schema for a bank account management system, detailing customer, transaction, branch, account, and loan information.&#10;&#10;AI-generated content may be incorrect.">
            <a:extLst>
              <a:ext uri="{FF2B5EF4-FFF2-40B4-BE49-F238E27FC236}">
                <a16:creationId xmlns:a16="http://schemas.microsoft.com/office/drawing/2014/main" id="{49EB400C-3B3F-B2EE-5CF3-11B33CB2E89C}"/>
              </a:ext>
            </a:extLst>
          </p:cNvPr>
          <p:cNvPicPr>
            <a:picLocks noChangeAspect="1"/>
          </p:cNvPicPr>
          <p:nvPr/>
        </p:nvPicPr>
        <p:blipFill>
          <a:blip r:embed="rId10"/>
          <a:stretch>
            <a:fillRect/>
          </a:stretch>
        </p:blipFill>
        <p:spPr>
          <a:xfrm>
            <a:off x="164819" y="0"/>
            <a:ext cx="11862362" cy="6858000"/>
          </a:xfrm>
          <a:prstGeom prst="rect">
            <a:avLst/>
          </a:prstGeom>
        </p:spPr>
      </p:pic>
    </p:spTree>
    <p:extLst>
      <p:ext uri="{BB962C8B-B14F-4D97-AF65-F5344CB8AC3E}">
        <p14:creationId xmlns:p14="http://schemas.microsoft.com/office/powerpoint/2010/main" val="2124618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llustrates an Entity-Relationship Diagram (ERD) for a Bank Account Management System, showcasing various entities such as Customer, Branch, Account, Transaction, Employee, Loan, and Card, and their relationships like MAINTAINS, OWNS, HAS, and AVAILS.&#10;&#10;AI-generated content may be incorrect.">
            <a:extLst>
              <a:ext uri="{FF2B5EF4-FFF2-40B4-BE49-F238E27FC236}">
                <a16:creationId xmlns:a16="http://schemas.microsoft.com/office/drawing/2014/main" id="{4EAF8A3B-12AD-9B3E-EE47-8D612A691548}"/>
              </a:ext>
            </a:extLst>
          </p:cNvPr>
          <p:cNvPicPr>
            <a:picLocks noChangeAspect="1"/>
          </p:cNvPicPr>
          <p:nvPr/>
        </p:nvPicPr>
        <p:blipFill>
          <a:blip r:embed="rId2"/>
          <a:stretch>
            <a:fillRect/>
          </a:stretch>
        </p:blipFill>
        <p:spPr>
          <a:xfrm>
            <a:off x="1602377" y="0"/>
            <a:ext cx="9216585"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C681B21C-F589-7CC8-6147-EA666FC39519}"/>
                  </a:ext>
                </a:extLst>
              </p14:cNvPr>
              <p14:cNvContentPartPr/>
              <p14:nvPr/>
            </p14:nvContentPartPr>
            <p14:xfrm>
              <a:off x="4417509" y="160937"/>
              <a:ext cx="1908360" cy="166680"/>
            </p14:xfrm>
          </p:contentPart>
        </mc:Choice>
        <mc:Fallback xmlns="">
          <p:pic>
            <p:nvPicPr>
              <p:cNvPr id="5" name="Ink 4">
                <a:extLst>
                  <a:ext uri="{FF2B5EF4-FFF2-40B4-BE49-F238E27FC236}">
                    <a16:creationId xmlns:a16="http://schemas.microsoft.com/office/drawing/2014/main" id="{C681B21C-F589-7CC8-6147-EA666FC39519}"/>
                  </a:ext>
                </a:extLst>
              </p:cNvPr>
              <p:cNvPicPr/>
              <p:nvPr/>
            </p:nvPicPr>
            <p:blipFill>
              <a:blip r:embed="rId4"/>
              <a:stretch>
                <a:fillRect/>
              </a:stretch>
            </p:blipFill>
            <p:spPr>
              <a:xfrm>
                <a:off x="4327509" y="-19063"/>
                <a:ext cx="2088000" cy="526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321C4BF2-D5F4-6C69-F69C-5C85FF4C4AEC}"/>
                  </a:ext>
                </a:extLst>
              </p14:cNvPr>
              <p14:cNvContentPartPr/>
              <p14:nvPr/>
            </p14:nvContentPartPr>
            <p14:xfrm>
              <a:off x="4571949" y="43543"/>
              <a:ext cx="1834200" cy="124920"/>
            </p14:xfrm>
          </p:contentPart>
        </mc:Choice>
        <mc:Fallback xmlns="">
          <p:pic>
            <p:nvPicPr>
              <p:cNvPr id="6" name="Ink 5">
                <a:extLst>
                  <a:ext uri="{FF2B5EF4-FFF2-40B4-BE49-F238E27FC236}">
                    <a16:creationId xmlns:a16="http://schemas.microsoft.com/office/drawing/2014/main" id="{321C4BF2-D5F4-6C69-F69C-5C85FF4C4AEC}"/>
                  </a:ext>
                </a:extLst>
              </p:cNvPr>
              <p:cNvPicPr/>
              <p:nvPr/>
            </p:nvPicPr>
            <p:blipFill>
              <a:blip r:embed="rId6"/>
              <a:stretch>
                <a:fillRect/>
              </a:stretch>
            </p:blipFill>
            <p:spPr>
              <a:xfrm>
                <a:off x="4481949" y="-136457"/>
                <a:ext cx="2013840" cy="484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2AD3B4E7-83CE-64DF-7992-2211546DAB45}"/>
                  </a:ext>
                </a:extLst>
              </p14:cNvPr>
              <p14:cNvContentPartPr/>
              <p14:nvPr/>
            </p14:nvContentPartPr>
            <p14:xfrm>
              <a:off x="4583469" y="41537"/>
              <a:ext cx="3428640" cy="158760"/>
            </p14:xfrm>
          </p:contentPart>
        </mc:Choice>
        <mc:Fallback xmlns="">
          <p:pic>
            <p:nvPicPr>
              <p:cNvPr id="7" name="Ink 6">
                <a:extLst>
                  <a:ext uri="{FF2B5EF4-FFF2-40B4-BE49-F238E27FC236}">
                    <a16:creationId xmlns:a16="http://schemas.microsoft.com/office/drawing/2014/main" id="{2AD3B4E7-83CE-64DF-7992-2211546DAB45}"/>
                  </a:ext>
                </a:extLst>
              </p:cNvPr>
              <p:cNvPicPr/>
              <p:nvPr/>
            </p:nvPicPr>
            <p:blipFill>
              <a:blip r:embed="rId8"/>
              <a:stretch>
                <a:fillRect/>
              </a:stretch>
            </p:blipFill>
            <p:spPr>
              <a:xfrm>
                <a:off x="4493460" y="-138463"/>
                <a:ext cx="3608299" cy="518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B7180F1-FB6A-37A1-67DD-669241DB5DC2}"/>
                  </a:ext>
                </a:extLst>
              </p14:cNvPr>
              <p14:cNvContentPartPr/>
              <p14:nvPr/>
            </p14:nvContentPartPr>
            <p14:xfrm>
              <a:off x="4588869" y="104177"/>
              <a:ext cx="1933560" cy="70200"/>
            </p14:xfrm>
          </p:contentPart>
        </mc:Choice>
        <mc:Fallback xmlns="">
          <p:pic>
            <p:nvPicPr>
              <p:cNvPr id="9" name="Ink 8">
                <a:extLst>
                  <a:ext uri="{FF2B5EF4-FFF2-40B4-BE49-F238E27FC236}">
                    <a16:creationId xmlns:a16="http://schemas.microsoft.com/office/drawing/2014/main" id="{6B7180F1-FB6A-37A1-67DD-669241DB5DC2}"/>
                  </a:ext>
                </a:extLst>
              </p:cNvPr>
              <p:cNvPicPr/>
              <p:nvPr/>
            </p:nvPicPr>
            <p:blipFill>
              <a:blip r:embed="rId10"/>
              <a:stretch>
                <a:fillRect/>
              </a:stretch>
            </p:blipFill>
            <p:spPr>
              <a:xfrm>
                <a:off x="4498869" y="-76751"/>
                <a:ext cx="2113200" cy="431694"/>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12779572-EBA1-E2BB-FB5B-017E0F0298A2}"/>
                  </a:ext>
                </a:extLst>
              </p14:cNvPr>
              <p14:cNvContentPartPr/>
              <p14:nvPr/>
            </p14:nvContentPartPr>
            <p14:xfrm>
              <a:off x="2647389" y="-130903"/>
              <a:ext cx="360" cy="360"/>
            </p14:xfrm>
          </p:contentPart>
        </mc:Choice>
        <mc:Fallback xmlns="">
          <p:pic>
            <p:nvPicPr>
              <p:cNvPr id="10" name="Ink 9">
                <a:extLst>
                  <a:ext uri="{FF2B5EF4-FFF2-40B4-BE49-F238E27FC236}">
                    <a16:creationId xmlns:a16="http://schemas.microsoft.com/office/drawing/2014/main" id="{12779572-EBA1-E2BB-FB5B-017E0F0298A2}"/>
                  </a:ext>
                </a:extLst>
              </p:cNvPr>
              <p:cNvPicPr/>
              <p:nvPr/>
            </p:nvPicPr>
            <p:blipFill>
              <a:blip r:embed="rId12"/>
              <a:stretch>
                <a:fillRect/>
              </a:stretch>
            </p:blipFill>
            <p:spPr>
              <a:xfrm>
                <a:off x="2557389" y="-310903"/>
                <a:ext cx="180000" cy="360000"/>
              </a:xfrm>
              <a:prstGeom prst="rect">
                <a:avLst/>
              </a:prstGeom>
            </p:spPr>
          </p:pic>
        </mc:Fallback>
      </mc:AlternateContent>
    </p:spTree>
    <p:extLst>
      <p:ext uri="{BB962C8B-B14F-4D97-AF65-F5344CB8AC3E}">
        <p14:creationId xmlns:p14="http://schemas.microsoft.com/office/powerpoint/2010/main" val="3310574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1B8059-E25C-9607-319B-BB75144C6177}"/>
              </a:ext>
            </a:extLst>
          </p:cNvPr>
          <p:cNvSpPr txBox="1"/>
          <p:nvPr/>
        </p:nvSpPr>
        <p:spPr>
          <a:xfrm>
            <a:off x="2804160" y="243840"/>
            <a:ext cx="7001691" cy="461665"/>
          </a:xfrm>
          <a:prstGeom prst="rect">
            <a:avLst/>
          </a:prstGeom>
          <a:noFill/>
        </p:spPr>
        <p:txBody>
          <a:bodyPr wrap="square">
            <a:spAutoFit/>
          </a:bodyPr>
          <a:lstStyle/>
          <a:p>
            <a:pPr>
              <a:spcBef>
                <a:spcPts val="1600"/>
              </a:spcBef>
              <a:spcAft>
                <a:spcPts val="800"/>
              </a:spcAft>
              <a:buNone/>
            </a:pPr>
            <a:r>
              <a:rPr lang="en-IN" sz="2400" b="1" kern="0">
                <a:solidFill>
                  <a:schemeClr val="tx1"/>
                </a:solidFill>
                <a:effectLst/>
                <a:latin typeface="+mn-lt"/>
              </a:rPr>
              <a:t>GITHUB REPOSITORY &amp; TEAM RESPONSIBILITIES</a:t>
            </a:r>
            <a:endParaRPr lang="en-IN" sz="2400" b="1" kern="0">
              <a:solidFill>
                <a:srgbClr val="2E74B5"/>
              </a:solidFill>
              <a:effectLst/>
              <a:latin typeface="Times New Roman" panose="02020603050405020304" pitchFamily="18" charset="0"/>
            </a:endParaRPr>
          </a:p>
        </p:txBody>
      </p:sp>
      <p:pic>
        <p:nvPicPr>
          <p:cNvPr id="5" name="Picture 4" descr="The document lists various students' contributions to a project, detailing their roles, responsiblities, and statuses, including designing ER diagrams, writing DDL and DML scripts, and setting up GitHub repositories.&#10;&#10;AI-generated content may be incorrect.">
            <a:extLst>
              <a:ext uri="{FF2B5EF4-FFF2-40B4-BE49-F238E27FC236}">
                <a16:creationId xmlns:a16="http://schemas.microsoft.com/office/drawing/2014/main" id="{259D71DF-5B5B-9467-AE3C-60179AC70241}"/>
              </a:ext>
            </a:extLst>
          </p:cNvPr>
          <p:cNvPicPr>
            <a:picLocks noChangeAspect="1"/>
          </p:cNvPicPr>
          <p:nvPr/>
        </p:nvPicPr>
        <p:blipFill>
          <a:blip r:embed="rId2"/>
          <a:stretch>
            <a:fillRect/>
          </a:stretch>
        </p:blipFill>
        <p:spPr>
          <a:xfrm>
            <a:off x="1857238" y="1541307"/>
            <a:ext cx="8895534" cy="5110200"/>
          </a:xfrm>
          <a:prstGeom prst="rect">
            <a:avLst/>
          </a:prstGeom>
        </p:spPr>
      </p:pic>
      <p:sp>
        <p:nvSpPr>
          <p:cNvPr id="6" name="Rectangle 5">
            <a:extLst>
              <a:ext uri="{FF2B5EF4-FFF2-40B4-BE49-F238E27FC236}">
                <a16:creationId xmlns:a16="http://schemas.microsoft.com/office/drawing/2014/main" id="{AF4C6618-1DD9-71AD-1A22-63E23C9BA11D}"/>
              </a:ext>
            </a:extLst>
          </p:cNvPr>
          <p:cNvSpPr/>
          <p:nvPr/>
        </p:nvSpPr>
        <p:spPr>
          <a:xfrm>
            <a:off x="1872343" y="783772"/>
            <a:ext cx="8671424" cy="6792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IN" b="1"/>
              <a:t>Repository Link: </a:t>
            </a:r>
            <a:r>
              <a:rPr lang="en-IN">
                <a:hlinkClick r:id="rId3"/>
              </a:rPr>
              <a:t>https://github.com/sashank-1916/bank-account-management-dbms.git</a:t>
            </a:r>
            <a:endParaRPr lang="en-IN"/>
          </a:p>
        </p:txBody>
      </p:sp>
    </p:spTree>
    <p:extLst>
      <p:ext uri="{BB962C8B-B14F-4D97-AF65-F5344CB8AC3E}">
        <p14:creationId xmlns:p14="http://schemas.microsoft.com/office/powerpoint/2010/main" val="2664915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MySQL Workbench interface displaying the creation of a database named 'bank_management' with two tables: Branch and Employee.&#10;&#10;AI-generated content may be incorrect.">
            <a:extLst>
              <a:ext uri="{FF2B5EF4-FFF2-40B4-BE49-F238E27FC236}">
                <a16:creationId xmlns:a16="http://schemas.microsoft.com/office/drawing/2014/main" id="{2E8DA778-E476-BE55-A156-A6E6DBA89367}"/>
              </a:ext>
            </a:extLst>
          </p:cNvPr>
          <p:cNvPicPr>
            <a:picLocks noChangeAspect="1"/>
          </p:cNvPicPr>
          <p:nvPr/>
        </p:nvPicPr>
        <p:blipFill>
          <a:blip r:embed="rId2"/>
          <a:stretch>
            <a:fillRect/>
          </a:stretch>
        </p:blipFill>
        <p:spPr>
          <a:xfrm>
            <a:off x="1057984" y="859540"/>
            <a:ext cx="9461396" cy="5922890"/>
          </a:xfrm>
          <a:prstGeom prst="rect">
            <a:avLst/>
          </a:prstGeom>
        </p:spPr>
      </p:pic>
      <p:sp>
        <p:nvSpPr>
          <p:cNvPr id="6" name="TextBox 5">
            <a:extLst>
              <a:ext uri="{FF2B5EF4-FFF2-40B4-BE49-F238E27FC236}">
                <a16:creationId xmlns:a16="http://schemas.microsoft.com/office/drawing/2014/main" id="{98CE1A2C-7FC8-ECF4-EC23-835531B406BA}"/>
              </a:ext>
            </a:extLst>
          </p:cNvPr>
          <p:cNvSpPr txBox="1"/>
          <p:nvPr/>
        </p:nvSpPr>
        <p:spPr>
          <a:xfrm>
            <a:off x="4209264" y="521363"/>
            <a:ext cx="3196622" cy="640945"/>
          </a:xfrm>
          <a:prstGeom prst="rect">
            <a:avLst/>
          </a:prstGeom>
          <a:noFill/>
        </p:spPr>
        <p:txBody>
          <a:bodyPr wrap="square" rtlCol="0">
            <a:spAutoFit/>
          </a:bodyPr>
          <a:lstStyle/>
          <a:p>
            <a:r>
              <a:rPr lang="en-IN">
                <a:solidFill>
                  <a:schemeClr val="accent1">
                    <a:lumMod val="75000"/>
                  </a:schemeClr>
                </a:solidFill>
                <a:latin typeface="Times New Roman" panose="02020603050405020304" pitchFamily="18" charset="0"/>
                <a:cs typeface="Times New Roman" panose="02020603050405020304" pitchFamily="18" charset="0"/>
              </a:rPr>
              <a:t>Database creation &amp; constraints</a:t>
            </a:r>
          </a:p>
          <a:p>
            <a:endParaRPr lang="en-IN"/>
          </a:p>
        </p:txBody>
      </p:sp>
    </p:spTree>
    <p:extLst>
      <p:ext uri="{BB962C8B-B14F-4D97-AF65-F5344CB8AC3E}">
        <p14:creationId xmlns:p14="http://schemas.microsoft.com/office/powerpoint/2010/main" val="1866837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 MySQL Workbench interface with various sections, including the bank management system schema, tables for account, customer, employee, and transaction log, and data being inserted into the Employee table.">
            <a:extLst>
              <a:ext uri="{FF2B5EF4-FFF2-40B4-BE49-F238E27FC236}">
                <a16:creationId xmlns:a16="http://schemas.microsoft.com/office/drawing/2014/main" id="{76476AE2-4779-C31F-2F02-895A3EE33AC5}"/>
              </a:ext>
            </a:extLst>
          </p:cNvPr>
          <p:cNvPicPr>
            <a:picLocks noChangeAspect="1"/>
          </p:cNvPicPr>
          <p:nvPr/>
        </p:nvPicPr>
        <p:blipFill>
          <a:blip r:embed="rId2"/>
          <a:stretch>
            <a:fillRect/>
          </a:stretch>
        </p:blipFill>
        <p:spPr>
          <a:xfrm>
            <a:off x="1216680" y="1017792"/>
            <a:ext cx="9650321" cy="5444625"/>
          </a:xfrm>
          <a:prstGeom prst="rect">
            <a:avLst/>
          </a:prstGeom>
        </p:spPr>
      </p:pic>
      <p:sp>
        <p:nvSpPr>
          <p:cNvPr id="5" name="TextBox 4">
            <a:extLst>
              <a:ext uri="{FF2B5EF4-FFF2-40B4-BE49-F238E27FC236}">
                <a16:creationId xmlns:a16="http://schemas.microsoft.com/office/drawing/2014/main" id="{C32B7D53-41B3-BB92-634C-64D7E79B336B}"/>
              </a:ext>
            </a:extLst>
          </p:cNvPr>
          <p:cNvSpPr txBox="1"/>
          <p:nvPr/>
        </p:nvSpPr>
        <p:spPr>
          <a:xfrm>
            <a:off x="4277276" y="536549"/>
            <a:ext cx="2833884" cy="461665"/>
          </a:xfrm>
          <a:prstGeom prst="rect">
            <a:avLst/>
          </a:prstGeom>
          <a:noFill/>
        </p:spPr>
        <p:txBody>
          <a:bodyPr wrap="square" rtlCol="0">
            <a:spAutoFit/>
          </a:bodyPr>
          <a:lstStyle/>
          <a:p>
            <a:r>
              <a:rPr lang="en-IN" sz="2400">
                <a:solidFill>
                  <a:schemeClr val="accent1">
                    <a:lumMod val="75000"/>
                  </a:schemeClr>
                </a:solidFill>
                <a:latin typeface="Times New Roman" panose="02020603050405020304" pitchFamily="18" charset="0"/>
                <a:cs typeface="Times New Roman" panose="02020603050405020304" pitchFamily="18" charset="0"/>
              </a:rPr>
              <a:t>Insert sample data</a:t>
            </a:r>
          </a:p>
        </p:txBody>
      </p:sp>
    </p:spTree>
    <p:extLst>
      <p:ext uri="{BB962C8B-B14F-4D97-AF65-F5344CB8AC3E}">
        <p14:creationId xmlns:p14="http://schemas.microsoft.com/office/powerpoint/2010/main" val="1689901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epicts a structured flowchart or diagram illustrating the various types of Data Definition Language (DDL), Data Manipulation Language (DML), and Data Query Language (DQL) operations, including examples like CREATE TABLE, INSERT INTO, SELECT, ALTER TABLE, UPDATE, DELETE, and others, demonstrating their roles in database management.&#10;&#10;AI-generated content may be incorrect.">
            <a:extLst>
              <a:ext uri="{FF2B5EF4-FFF2-40B4-BE49-F238E27FC236}">
                <a16:creationId xmlns:a16="http://schemas.microsoft.com/office/drawing/2014/main" id="{4B714424-3B92-C051-910B-5E710196CD58}"/>
              </a:ext>
            </a:extLst>
          </p:cNvPr>
          <p:cNvPicPr>
            <a:picLocks noChangeAspect="1"/>
          </p:cNvPicPr>
          <p:nvPr/>
        </p:nvPicPr>
        <p:blipFill>
          <a:blip r:embed="rId2"/>
          <a:stretch>
            <a:fillRect/>
          </a:stretch>
        </p:blipFill>
        <p:spPr>
          <a:xfrm>
            <a:off x="98243" y="0"/>
            <a:ext cx="11848010" cy="6858000"/>
          </a:xfrm>
          <a:prstGeom prst="rect">
            <a:avLst/>
          </a:prstGeom>
        </p:spPr>
      </p:pic>
    </p:spTree>
    <p:extLst>
      <p:ext uri="{BB962C8B-B14F-4D97-AF65-F5344CB8AC3E}">
        <p14:creationId xmlns:p14="http://schemas.microsoft.com/office/powerpoint/2010/main" val="3309067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displays a visual representation of various SQL operations: CREATE, READ, INSERT INTO, SELECT, VALUES, UPDATE, and DELETE, each depicted with a different colored box and corresponding SQL query.&#10;&#10;AI-generated content may be incorrect.">
            <a:extLst>
              <a:ext uri="{FF2B5EF4-FFF2-40B4-BE49-F238E27FC236}">
                <a16:creationId xmlns:a16="http://schemas.microsoft.com/office/drawing/2014/main" id="{CEA60CEE-F63E-55ED-C745-09B6377FFDB5}"/>
              </a:ext>
            </a:extLst>
          </p:cNvPr>
          <p:cNvPicPr>
            <a:picLocks noChangeAspect="1"/>
          </p:cNvPicPr>
          <p:nvPr/>
        </p:nvPicPr>
        <p:blipFill>
          <a:blip r:embed="rId2"/>
          <a:stretch>
            <a:fillRect/>
          </a:stretch>
        </p:blipFill>
        <p:spPr>
          <a:xfrm>
            <a:off x="828748" y="0"/>
            <a:ext cx="10534503" cy="6858000"/>
          </a:xfrm>
          <a:prstGeom prst="rect">
            <a:avLst/>
          </a:prstGeom>
        </p:spPr>
      </p:pic>
    </p:spTree>
    <p:extLst>
      <p:ext uri="{BB962C8B-B14F-4D97-AF65-F5344CB8AC3E}">
        <p14:creationId xmlns:p14="http://schemas.microsoft.com/office/powerpoint/2010/main" val="2586290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n error message in MySQL Workbench indicating that an INSERT INTO statement for an account with a negative balance has failed due to a check constraint that requires the balance to be non-negative.&#10;&#10;AI-generated content may be incorrect.">
            <a:extLst>
              <a:ext uri="{FF2B5EF4-FFF2-40B4-BE49-F238E27FC236}">
                <a16:creationId xmlns:a16="http://schemas.microsoft.com/office/drawing/2014/main" id="{660E8148-E06B-312B-939E-0629FBAA7647}"/>
              </a:ext>
            </a:extLst>
          </p:cNvPr>
          <p:cNvPicPr>
            <a:picLocks noChangeAspect="1"/>
          </p:cNvPicPr>
          <p:nvPr/>
        </p:nvPicPr>
        <p:blipFill>
          <a:blip r:embed="rId2"/>
          <a:stretch>
            <a:fillRect/>
          </a:stretch>
        </p:blipFill>
        <p:spPr>
          <a:xfrm>
            <a:off x="877423" y="1519649"/>
            <a:ext cx="10235769" cy="6761094"/>
          </a:xfrm>
          <a:prstGeom prst="rect">
            <a:avLst/>
          </a:prstGeom>
        </p:spPr>
      </p:pic>
      <p:sp>
        <p:nvSpPr>
          <p:cNvPr id="4" name="TextBox 3">
            <a:extLst>
              <a:ext uri="{FF2B5EF4-FFF2-40B4-BE49-F238E27FC236}">
                <a16:creationId xmlns:a16="http://schemas.microsoft.com/office/drawing/2014/main" id="{679D5FDA-AF14-879C-319A-2CE192879809}"/>
              </a:ext>
            </a:extLst>
          </p:cNvPr>
          <p:cNvSpPr txBox="1"/>
          <p:nvPr/>
        </p:nvSpPr>
        <p:spPr>
          <a:xfrm>
            <a:off x="4398187" y="1057984"/>
            <a:ext cx="3990109" cy="461665"/>
          </a:xfrm>
          <a:prstGeom prst="rect">
            <a:avLst/>
          </a:prstGeom>
          <a:noFill/>
        </p:spPr>
        <p:txBody>
          <a:bodyPr wrap="square" rtlCol="0">
            <a:spAutoFit/>
          </a:bodyPr>
          <a:lstStyle/>
          <a:p>
            <a:r>
              <a:rPr lang="en-IN" sz="2400">
                <a:solidFill>
                  <a:schemeClr val="accent1">
                    <a:lumMod val="75000"/>
                  </a:schemeClr>
                </a:solidFill>
                <a:latin typeface="Times New Roman" panose="02020603050405020304" pitchFamily="18" charset="0"/>
                <a:cs typeface="Times New Roman" panose="02020603050405020304" pitchFamily="18" charset="0"/>
              </a:rPr>
              <a:t>Data integrity &amp; validation</a:t>
            </a:r>
            <a:endParaRPr lang="en-IN" sz="2400">
              <a:solidFill>
                <a:schemeClr val="accent1">
                  <a:lumMod val="75000"/>
                </a:schemeClr>
              </a:solidFill>
            </a:endParaRPr>
          </a:p>
        </p:txBody>
      </p:sp>
    </p:spTree>
    <p:extLst>
      <p:ext uri="{BB962C8B-B14F-4D97-AF65-F5344CB8AC3E}">
        <p14:creationId xmlns:p14="http://schemas.microsoft.com/office/powerpoint/2010/main" val="3109987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37A92-4E68-E9E5-E23B-4328134C94AD}"/>
              </a:ext>
            </a:extLst>
          </p:cNvPr>
          <p:cNvSpPr txBox="1"/>
          <p:nvPr/>
        </p:nvSpPr>
        <p:spPr>
          <a:xfrm>
            <a:off x="2176423" y="785931"/>
            <a:ext cx="3393104" cy="646331"/>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Project documentation</a:t>
            </a:r>
          </a:p>
          <a:p>
            <a:endParaRPr lang="en-IN"/>
          </a:p>
        </p:txBody>
      </p:sp>
      <p:sp>
        <p:nvSpPr>
          <p:cNvPr id="3" name="TextBox 2">
            <a:hlinkClick r:id="rId2" action="ppaction://hlinkfile"/>
            <a:extLst>
              <a:ext uri="{FF2B5EF4-FFF2-40B4-BE49-F238E27FC236}">
                <a16:creationId xmlns:a16="http://schemas.microsoft.com/office/drawing/2014/main" id="{4BE048A5-0663-77AC-7916-2A5C4AF878EA}"/>
              </a:ext>
            </a:extLst>
          </p:cNvPr>
          <p:cNvSpPr txBox="1"/>
          <p:nvPr/>
        </p:nvSpPr>
        <p:spPr>
          <a:xfrm>
            <a:off x="2176423" y="1911927"/>
            <a:ext cx="4912066" cy="369332"/>
          </a:xfrm>
          <a:prstGeom prst="rect">
            <a:avLst/>
          </a:prstGeom>
          <a:noFill/>
        </p:spPr>
        <p:txBody>
          <a:bodyPr wrap="square" lIns="91440" tIns="45720" rIns="91440" bIns="45720" rtlCol="0" anchor="t">
            <a:spAutoFit/>
          </a:bodyPr>
          <a:lstStyle/>
          <a:p>
            <a:r>
              <a:rPr lang="en-IN" b="1"/>
              <a:t>Link: </a:t>
            </a:r>
            <a:r>
              <a:rPr lang="en-IN">
                <a:hlinkClick r:id="rId3" action="ppaction://hlinkfile"/>
              </a:rPr>
              <a:t>Click here for Project documentation</a:t>
            </a:r>
            <a:endParaRPr lang="en-IN" b="1">
              <a:ea typeface="Calibri"/>
              <a:cs typeface="Calibri"/>
              <a:hlinkClick r:id="" action="ppaction://hlinkfile"/>
            </a:endParaRPr>
          </a:p>
        </p:txBody>
      </p:sp>
    </p:spTree>
    <p:extLst>
      <p:ext uri="{BB962C8B-B14F-4D97-AF65-F5344CB8AC3E}">
        <p14:creationId xmlns:p14="http://schemas.microsoft.com/office/powerpoint/2010/main" val="3550768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857251" y="1457623"/>
            <a:ext cx="10477500" cy="1095077"/>
          </a:xfrm>
          <a:prstGeom prst="rect">
            <a:avLst/>
          </a:prstGeom>
        </p:spPr>
      </p:pic>
      <p:pic>
        <p:nvPicPr>
          <p:cNvPr id="4" name="Picture 3" descr="image.png"/>
          <p:cNvPicPr>
            <a:picLocks noChangeAspect="1"/>
          </p:cNvPicPr>
          <p:nvPr/>
        </p:nvPicPr>
        <p:blipFill>
          <a:blip r:embed="rId4"/>
          <a:stretch>
            <a:fillRect/>
          </a:stretch>
        </p:blipFill>
        <p:spPr>
          <a:xfrm>
            <a:off x="857251" y="2724149"/>
            <a:ext cx="10477500" cy="1009651"/>
          </a:xfrm>
          <a:prstGeom prst="rect">
            <a:avLst/>
          </a:prstGeom>
        </p:spPr>
      </p:pic>
      <p:pic>
        <p:nvPicPr>
          <p:cNvPr id="5" name="Picture 4" descr="image.png"/>
          <p:cNvPicPr>
            <a:picLocks noChangeAspect="1"/>
          </p:cNvPicPr>
          <p:nvPr/>
        </p:nvPicPr>
        <p:blipFill>
          <a:blip r:embed="rId5"/>
          <a:stretch>
            <a:fillRect/>
          </a:stretch>
        </p:blipFill>
        <p:spPr>
          <a:xfrm>
            <a:off x="857251" y="3905249"/>
            <a:ext cx="10477500" cy="1009651"/>
          </a:xfrm>
          <a:prstGeom prst="rect">
            <a:avLst/>
          </a:prstGeom>
        </p:spPr>
      </p:pic>
      <p:pic>
        <p:nvPicPr>
          <p:cNvPr id="6" name="Picture 5" descr="image.png"/>
          <p:cNvPicPr>
            <a:picLocks noChangeAspect="1"/>
          </p:cNvPicPr>
          <p:nvPr/>
        </p:nvPicPr>
        <p:blipFill>
          <a:blip r:embed="rId6"/>
          <a:stretch>
            <a:fillRect/>
          </a:stretch>
        </p:blipFill>
        <p:spPr>
          <a:xfrm>
            <a:off x="857251" y="5086349"/>
            <a:ext cx="10477500" cy="1009651"/>
          </a:xfrm>
          <a:prstGeom prst="rect">
            <a:avLst/>
          </a:prstGeom>
        </p:spPr>
      </p:pic>
      <p:pic>
        <p:nvPicPr>
          <p:cNvPr id="7" name="Picture 6" descr="image.png"/>
          <p:cNvPicPr>
            <a:picLocks noChangeAspect="1"/>
          </p:cNvPicPr>
          <p:nvPr/>
        </p:nvPicPr>
        <p:blipFill>
          <a:blip r:embed="rId7"/>
          <a:stretch>
            <a:fillRect/>
          </a:stretch>
        </p:blipFill>
        <p:spPr>
          <a:xfrm>
            <a:off x="1022253" y="1614229"/>
            <a:ext cx="720823" cy="842929"/>
          </a:xfrm>
          <a:prstGeom prst="rect">
            <a:avLst/>
          </a:prstGeom>
        </p:spPr>
      </p:pic>
      <p:pic>
        <p:nvPicPr>
          <p:cNvPr id="8" name="Picture 7" descr="image.png"/>
          <p:cNvPicPr>
            <a:picLocks noChangeAspect="1"/>
          </p:cNvPicPr>
          <p:nvPr/>
        </p:nvPicPr>
        <p:blipFill>
          <a:blip r:embed="rId8"/>
          <a:stretch>
            <a:fillRect/>
          </a:stretch>
        </p:blipFill>
        <p:spPr>
          <a:xfrm>
            <a:off x="1133475" y="2924175"/>
            <a:ext cx="609600" cy="609600"/>
          </a:xfrm>
          <a:prstGeom prst="rect">
            <a:avLst/>
          </a:prstGeom>
        </p:spPr>
      </p:pic>
      <p:pic>
        <p:nvPicPr>
          <p:cNvPr id="9" name="Picture 8" descr="image.png"/>
          <p:cNvPicPr>
            <a:picLocks noChangeAspect="1"/>
          </p:cNvPicPr>
          <p:nvPr/>
        </p:nvPicPr>
        <p:blipFill>
          <a:blip r:embed="rId9"/>
          <a:stretch>
            <a:fillRect/>
          </a:stretch>
        </p:blipFill>
        <p:spPr>
          <a:xfrm>
            <a:off x="1133475" y="4105275"/>
            <a:ext cx="609600" cy="609600"/>
          </a:xfrm>
          <a:prstGeom prst="rect">
            <a:avLst/>
          </a:prstGeom>
        </p:spPr>
      </p:pic>
      <p:pic>
        <p:nvPicPr>
          <p:cNvPr id="10" name="Picture 9" descr="image.png"/>
          <p:cNvPicPr>
            <a:picLocks noChangeAspect="1"/>
          </p:cNvPicPr>
          <p:nvPr/>
        </p:nvPicPr>
        <p:blipFill>
          <a:blip r:embed="rId10"/>
          <a:stretch>
            <a:fillRect/>
          </a:stretch>
        </p:blipFill>
        <p:spPr>
          <a:xfrm>
            <a:off x="1133475" y="5286375"/>
            <a:ext cx="609600" cy="609600"/>
          </a:xfrm>
          <a:prstGeom prst="rect">
            <a:avLst/>
          </a:prstGeom>
        </p:spPr>
      </p:pic>
      <p:pic>
        <p:nvPicPr>
          <p:cNvPr id="11" name="Picture 10" descr="image.png"/>
          <p:cNvPicPr>
            <a:picLocks noChangeAspect="1"/>
          </p:cNvPicPr>
          <p:nvPr/>
        </p:nvPicPr>
        <p:blipFill>
          <a:blip r:embed="rId11"/>
          <a:stretch>
            <a:fillRect/>
          </a:stretch>
        </p:blipFill>
        <p:spPr>
          <a:xfrm>
            <a:off x="1319212" y="1914526"/>
            <a:ext cx="238125" cy="266700"/>
          </a:xfrm>
          <a:prstGeom prst="rect">
            <a:avLst/>
          </a:prstGeom>
        </p:spPr>
      </p:pic>
      <p:sp>
        <p:nvSpPr>
          <p:cNvPr id="12" name="TextBox 11"/>
          <p:cNvSpPr txBox="1"/>
          <p:nvPr/>
        </p:nvSpPr>
        <p:spPr>
          <a:xfrm>
            <a:off x="2009775" y="1696632"/>
            <a:ext cx="3220403" cy="242374"/>
          </a:xfrm>
          <a:prstGeom prst="rect">
            <a:avLst/>
          </a:prstGeom>
          <a:noFill/>
        </p:spPr>
        <p:txBody>
          <a:bodyPr wrap="square" lIns="0" tIns="0" rIns="0" bIns="0" anchor="t">
            <a:spAutoFit/>
          </a:bodyPr>
          <a:lstStyle/>
          <a:p>
            <a:pPr algn="l"/>
            <a:r>
              <a:rPr sz="1575">
                <a:solidFill>
                  <a:srgbClr val="0F172A"/>
                </a:solidFill>
                <a:latin typeface="Poppins SemiBold"/>
              </a:rPr>
              <a:t>MySQL &amp; SQL</a:t>
            </a:r>
          </a:p>
        </p:txBody>
      </p:sp>
      <p:sp>
        <p:nvSpPr>
          <p:cNvPr id="13" name="TextBox 12"/>
          <p:cNvSpPr txBox="1"/>
          <p:nvPr/>
        </p:nvSpPr>
        <p:spPr>
          <a:xfrm>
            <a:off x="2009775" y="2030009"/>
            <a:ext cx="3067051" cy="436723"/>
          </a:xfrm>
          <a:prstGeom prst="rect">
            <a:avLst/>
          </a:prstGeom>
          <a:noFill/>
        </p:spPr>
        <p:txBody>
          <a:bodyPr wrap="square" lIns="0" tIns="0" rIns="0" bIns="0" anchor="t">
            <a:spAutoFit/>
          </a:bodyPr>
          <a:lstStyle/>
          <a:p>
            <a:pPr>
              <a:lnSpc>
                <a:spcPts val="1800"/>
              </a:lnSpc>
            </a:pPr>
            <a:r>
              <a:rPr sz="1200">
                <a:solidFill>
                  <a:srgbClr val="64748B"/>
                </a:solidFill>
                <a:latin typeface="Lato"/>
              </a:rPr>
              <a:t>Relational database engine and query language</a:t>
            </a:r>
          </a:p>
        </p:txBody>
      </p:sp>
      <p:pic>
        <p:nvPicPr>
          <p:cNvPr id="14" name="Picture 13" descr="image.png"/>
          <p:cNvPicPr>
            <a:picLocks noChangeAspect="1"/>
          </p:cNvPicPr>
          <p:nvPr/>
        </p:nvPicPr>
        <p:blipFill>
          <a:blip r:embed="rId12"/>
          <a:stretch>
            <a:fillRect/>
          </a:stretch>
        </p:blipFill>
        <p:spPr>
          <a:xfrm>
            <a:off x="1304926" y="3095626"/>
            <a:ext cx="266700" cy="266700"/>
          </a:xfrm>
          <a:prstGeom prst="rect">
            <a:avLst/>
          </a:prstGeom>
        </p:spPr>
      </p:pic>
      <p:sp>
        <p:nvSpPr>
          <p:cNvPr id="15" name="TextBox 14"/>
          <p:cNvSpPr txBox="1"/>
          <p:nvPr/>
        </p:nvSpPr>
        <p:spPr>
          <a:xfrm>
            <a:off x="1989774" y="2869964"/>
            <a:ext cx="3310413" cy="242374"/>
          </a:xfrm>
          <a:prstGeom prst="rect">
            <a:avLst/>
          </a:prstGeom>
          <a:noFill/>
        </p:spPr>
        <p:txBody>
          <a:bodyPr wrap="square" lIns="0" tIns="0" rIns="0" bIns="0" anchor="t">
            <a:spAutoFit/>
          </a:bodyPr>
          <a:lstStyle/>
          <a:p>
            <a:pPr algn="l"/>
            <a:r>
              <a:rPr sz="1575">
                <a:solidFill>
                  <a:srgbClr val="0F172A"/>
                </a:solidFill>
                <a:latin typeface="Poppins SemiBold"/>
              </a:rPr>
              <a:t>MySQL Workbench</a:t>
            </a:r>
          </a:p>
        </p:txBody>
      </p:sp>
      <p:sp>
        <p:nvSpPr>
          <p:cNvPr id="16" name="TextBox 15"/>
          <p:cNvSpPr txBox="1"/>
          <p:nvPr/>
        </p:nvSpPr>
        <p:spPr>
          <a:xfrm>
            <a:off x="2043589" y="3188281"/>
            <a:ext cx="3152775" cy="436723"/>
          </a:xfrm>
          <a:prstGeom prst="rect">
            <a:avLst/>
          </a:prstGeom>
          <a:noFill/>
        </p:spPr>
        <p:txBody>
          <a:bodyPr wrap="square" lIns="0" tIns="0" rIns="0" bIns="0" anchor="t">
            <a:spAutoFit/>
          </a:bodyPr>
          <a:lstStyle/>
          <a:p>
            <a:pPr>
              <a:lnSpc>
                <a:spcPts val="1800"/>
              </a:lnSpc>
            </a:pPr>
            <a:r>
              <a:rPr sz="1200">
                <a:solidFill>
                  <a:srgbClr val="64748B"/>
                </a:solidFill>
                <a:latin typeface="Lato"/>
              </a:rPr>
              <a:t>Schema design, visualization, and administration</a:t>
            </a:r>
          </a:p>
        </p:txBody>
      </p:sp>
      <p:pic>
        <p:nvPicPr>
          <p:cNvPr id="17" name="Picture 16" descr="image.png"/>
          <p:cNvPicPr>
            <a:picLocks noChangeAspect="1"/>
          </p:cNvPicPr>
          <p:nvPr/>
        </p:nvPicPr>
        <p:blipFill>
          <a:blip r:embed="rId13"/>
          <a:stretch>
            <a:fillRect/>
          </a:stretch>
        </p:blipFill>
        <p:spPr>
          <a:xfrm>
            <a:off x="1285875" y="4276726"/>
            <a:ext cx="304800" cy="266700"/>
          </a:xfrm>
          <a:prstGeom prst="rect">
            <a:avLst/>
          </a:prstGeom>
        </p:spPr>
      </p:pic>
      <p:sp>
        <p:nvSpPr>
          <p:cNvPr id="18" name="TextBox 17"/>
          <p:cNvSpPr txBox="1"/>
          <p:nvPr/>
        </p:nvSpPr>
        <p:spPr>
          <a:xfrm>
            <a:off x="2009777" y="4129087"/>
            <a:ext cx="2430303" cy="242374"/>
          </a:xfrm>
          <a:prstGeom prst="rect">
            <a:avLst/>
          </a:prstGeom>
          <a:noFill/>
        </p:spPr>
        <p:txBody>
          <a:bodyPr wrap="square" lIns="0" tIns="0" rIns="0" bIns="0" anchor="t">
            <a:spAutoFit/>
          </a:bodyPr>
          <a:lstStyle/>
          <a:p>
            <a:pPr algn="l"/>
            <a:r>
              <a:rPr sz="1575">
                <a:solidFill>
                  <a:srgbClr val="0F172A"/>
                </a:solidFill>
                <a:latin typeface="Poppins SemiBold"/>
              </a:rPr>
              <a:t>Draw.io</a:t>
            </a:r>
          </a:p>
        </p:txBody>
      </p:sp>
      <p:sp>
        <p:nvSpPr>
          <p:cNvPr id="19" name="TextBox 18"/>
          <p:cNvSpPr txBox="1"/>
          <p:nvPr/>
        </p:nvSpPr>
        <p:spPr>
          <a:xfrm>
            <a:off x="2009778" y="4462464"/>
            <a:ext cx="2430302" cy="452436"/>
          </a:xfrm>
          <a:prstGeom prst="rect">
            <a:avLst/>
          </a:prstGeom>
          <a:noFill/>
        </p:spPr>
        <p:txBody>
          <a:bodyPr wrap="square" lIns="0" tIns="0" rIns="0" bIns="0" anchor="t">
            <a:spAutoFit/>
          </a:bodyPr>
          <a:lstStyle/>
          <a:p>
            <a:pPr>
              <a:lnSpc>
                <a:spcPts val="1800"/>
              </a:lnSpc>
            </a:pPr>
            <a:r>
              <a:rPr sz="1200">
                <a:solidFill>
                  <a:srgbClr val="64748B"/>
                </a:solidFill>
                <a:latin typeface="Lato"/>
              </a:rPr>
              <a:t>ER diagrams</a:t>
            </a:r>
            <a:r>
              <a:rPr lang="en-IN" sz="1200">
                <a:solidFill>
                  <a:srgbClr val="64748B"/>
                </a:solidFill>
                <a:latin typeface="Lato"/>
              </a:rPr>
              <a:t>, </a:t>
            </a:r>
            <a:r>
              <a:rPr sz="1200">
                <a:solidFill>
                  <a:srgbClr val="64748B"/>
                </a:solidFill>
                <a:latin typeface="Lato"/>
              </a:rPr>
              <a:t>system flowcharts</a:t>
            </a:r>
            <a:r>
              <a:rPr lang="en-IN" sz="1200">
                <a:solidFill>
                  <a:srgbClr val="64748B"/>
                </a:solidFill>
                <a:latin typeface="Lato"/>
              </a:rPr>
              <a:t> and also for database architecture</a:t>
            </a:r>
            <a:endParaRPr sz="1200">
              <a:solidFill>
                <a:srgbClr val="64748B"/>
              </a:solidFill>
              <a:latin typeface="Lato"/>
            </a:endParaRPr>
          </a:p>
        </p:txBody>
      </p:sp>
      <p:pic>
        <p:nvPicPr>
          <p:cNvPr id="20" name="Picture 19" descr="image.png"/>
          <p:cNvPicPr>
            <a:picLocks noChangeAspect="1"/>
          </p:cNvPicPr>
          <p:nvPr/>
        </p:nvPicPr>
        <p:blipFill>
          <a:blip r:embed="rId14"/>
          <a:stretch>
            <a:fillRect/>
          </a:stretch>
        </p:blipFill>
        <p:spPr>
          <a:xfrm>
            <a:off x="1338264" y="5457826"/>
            <a:ext cx="200025" cy="266700"/>
          </a:xfrm>
          <a:prstGeom prst="rect">
            <a:avLst/>
          </a:prstGeom>
        </p:spPr>
      </p:pic>
      <p:sp>
        <p:nvSpPr>
          <p:cNvPr id="21" name="TextBox 20"/>
          <p:cNvSpPr txBox="1"/>
          <p:nvPr/>
        </p:nvSpPr>
        <p:spPr>
          <a:xfrm>
            <a:off x="1974769" y="5201712"/>
            <a:ext cx="3290411" cy="242374"/>
          </a:xfrm>
          <a:prstGeom prst="rect">
            <a:avLst/>
          </a:prstGeom>
          <a:noFill/>
        </p:spPr>
        <p:txBody>
          <a:bodyPr wrap="square" lIns="0" tIns="0" rIns="0" bIns="0" anchor="t">
            <a:spAutoFit/>
          </a:bodyPr>
          <a:lstStyle/>
          <a:p>
            <a:pPr algn="l"/>
            <a:r>
              <a:rPr sz="1575">
                <a:solidFill>
                  <a:srgbClr val="0F172A"/>
                </a:solidFill>
                <a:latin typeface="Poppins SemiBold"/>
              </a:rPr>
              <a:t>Microsoft PowerPoint</a:t>
            </a:r>
          </a:p>
        </p:txBody>
      </p:sp>
      <p:sp>
        <p:nvSpPr>
          <p:cNvPr id="22" name="TextBox 21"/>
          <p:cNvSpPr txBox="1"/>
          <p:nvPr/>
        </p:nvSpPr>
        <p:spPr>
          <a:xfrm>
            <a:off x="2009776" y="5565518"/>
            <a:ext cx="3133725" cy="436723"/>
          </a:xfrm>
          <a:prstGeom prst="rect">
            <a:avLst/>
          </a:prstGeom>
          <a:noFill/>
        </p:spPr>
        <p:txBody>
          <a:bodyPr wrap="square" lIns="0" tIns="0" rIns="0" bIns="0" anchor="t">
            <a:spAutoFit/>
          </a:bodyPr>
          <a:lstStyle/>
          <a:p>
            <a:pPr>
              <a:lnSpc>
                <a:spcPts val="1800"/>
              </a:lnSpc>
            </a:pPr>
            <a:r>
              <a:rPr sz="1200">
                <a:solidFill>
                  <a:srgbClr val="64748B"/>
                </a:solidFill>
                <a:latin typeface="Lato"/>
              </a:rPr>
              <a:t>Project documentation and review presentation</a:t>
            </a:r>
          </a:p>
        </p:txBody>
      </p:sp>
      <p:sp>
        <p:nvSpPr>
          <p:cNvPr id="23" name="TextBox 22"/>
          <p:cNvSpPr txBox="1"/>
          <p:nvPr/>
        </p:nvSpPr>
        <p:spPr>
          <a:xfrm>
            <a:off x="4245769" y="440962"/>
            <a:ext cx="6378689" cy="438710"/>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lIns="0" tIns="0" rIns="0" bIns="0" anchor="ctr">
            <a:spAutoFit/>
          </a:bodyPr>
          <a:lstStyle/>
          <a:p>
            <a:pPr algn="l"/>
            <a:r>
              <a:rPr sz="2851" b="1">
                <a:solidFill>
                  <a:srgbClr val="00B0F0"/>
                </a:solidFill>
                <a:latin typeface="Poppins"/>
              </a:rPr>
              <a:t>Technologies </a:t>
            </a:r>
            <a:r>
              <a:rPr lang="en-US" sz="2851" b="1">
                <a:solidFill>
                  <a:srgbClr val="00B0F0"/>
                </a:solidFill>
                <a:latin typeface="Poppins"/>
              </a:rPr>
              <a:t>Required</a:t>
            </a:r>
            <a:endParaRPr sz="2851" b="1">
              <a:solidFill>
                <a:srgbClr val="00B0F0"/>
              </a:solidFill>
              <a:latin typeface="Poppins"/>
            </a:endParaRPr>
          </a:p>
        </p:txBody>
      </p:sp>
      <p:sp>
        <p:nvSpPr>
          <p:cNvPr id="24" name="Rectangle 23"/>
          <p:cNvSpPr/>
          <p:nvPr/>
        </p:nvSpPr>
        <p:spPr>
          <a:xfrm>
            <a:off x="571501" y="1019175"/>
            <a:ext cx="7348537" cy="1905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a:extLst>
              <a:ext uri="{FF2B5EF4-FFF2-40B4-BE49-F238E27FC236}">
                <a16:creationId xmlns:a16="http://schemas.microsoft.com/office/drawing/2014/main" id="{FC9DFBD0-28F2-225A-1A69-CEAE60726C20}"/>
              </a:ext>
            </a:extLst>
          </p:cNvPr>
          <p:cNvPicPr>
            <a:picLocks noChangeAspect="1"/>
          </p:cNvPicPr>
          <p:nvPr/>
        </p:nvPicPr>
        <p:blipFill>
          <a:blip r:embed="rId15"/>
          <a:stretch>
            <a:fillRect/>
          </a:stretch>
        </p:blipFill>
        <p:spPr>
          <a:xfrm>
            <a:off x="200243" y="185677"/>
            <a:ext cx="1330948" cy="40561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23B06C-D600-150C-4360-B3344546B56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75816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BC8A29-F9B7-0381-4B80-16A2B449FF7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8215943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435B0DC78564F4B82DD69BBEBAF973E" ma:contentTypeVersion="1" ma:contentTypeDescription="Create a new document." ma:contentTypeScope="" ma:versionID="24ff1e9be0e85f9053aefc111b4d51d9">
  <xsd:schema xmlns:xsd="http://www.w3.org/2001/XMLSchema" xmlns:xs="http://www.w3.org/2001/XMLSchema" xmlns:p="http://schemas.microsoft.com/office/2006/metadata/properties" xmlns:ns3="9caa4048-c9c6-4c47-96b3-20bff02eeac6" targetNamespace="http://schemas.microsoft.com/office/2006/metadata/properties" ma:root="true" ma:fieldsID="79464d5b43391a786548ac80b624020f" ns3:_="">
    <xsd:import namespace="9caa4048-c9c6-4c47-96b3-20bff02eeac6"/>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aa4048-c9c6-4c47-96b3-20bff02eeac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4284850-BC48-4305-8CDB-BF2C7AAB604C}">
  <ds:schemaRefs>
    <ds:schemaRef ds:uri="9caa4048-c9c6-4c47-96b3-20bff02eeac6"/>
    <ds:schemaRef ds:uri="http://purl.org/dc/dcmitype/"/>
    <ds:schemaRef ds:uri="http://purl.org/dc/elements/1.1/"/>
    <ds:schemaRef ds:uri="http://schemas.microsoft.com/office/infopath/2007/PartnerControls"/>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7F858A6B-A9D7-478F-846F-63EED40A5874}">
  <ds:schemaRefs>
    <ds:schemaRef ds:uri="9caa4048-c9c6-4c47-96b3-20bff02eeac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66320C6-3B16-4829-8787-72BF3FCCC0F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Bank-Account-Management-System</Template>
  <TotalTime>5</TotalTime>
  <Words>434</Words>
  <Application>Microsoft Office PowerPoint</Application>
  <PresentationFormat>Widescreen</PresentationFormat>
  <Paragraphs>100</Paragraphs>
  <Slides>20</Slides>
  <Notes>6</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20</vt:i4>
      </vt:variant>
    </vt:vector>
  </HeadingPairs>
  <TitlesOfParts>
    <vt:vector size="37" baseType="lpstr">
      <vt:lpstr>Cambria</vt:lpstr>
      <vt:lpstr>Poppins</vt:lpstr>
      <vt:lpstr>Poppins SemiBold</vt:lpstr>
      <vt:lpstr>Consolas</vt:lpstr>
      <vt:lpstr>Wingdings</vt:lpstr>
      <vt:lpstr>Times New Roman</vt:lpstr>
      <vt:lpstr>Calibri</vt:lpstr>
      <vt:lpstr>Platypi Medium</vt:lpstr>
      <vt:lpstr>Barlow Bold</vt:lpstr>
      <vt:lpstr>Arial</vt:lpstr>
      <vt:lpstr>Aptos</vt:lpstr>
      <vt:lpstr>Montserrat</vt:lpstr>
      <vt:lpstr>Lato</vt:lpstr>
      <vt:lpstr>Source Serif 4</vt:lpstr>
      <vt:lpstr>Montserrat Bold</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chebrolu mounika</dc:creator>
  <cp:lastModifiedBy>Pavithra Vajja</cp:lastModifiedBy>
  <cp:revision>1</cp:revision>
  <dcterms:created xsi:type="dcterms:W3CDTF">2026-08-09T15:30:17Z</dcterms:created>
  <dcterms:modified xsi:type="dcterms:W3CDTF">2026-10-09T15:29:06Z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0x010100B435B0DC78564F4B82DD69BBEBAF973E</vt:lpwstr>
  </property>
</Properties>
</file>