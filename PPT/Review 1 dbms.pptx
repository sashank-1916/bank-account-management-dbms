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5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6.xml" ContentType="application/vnd.openxmlformats-officedocument.presentationml.notesSlide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0" r:id="rId3"/>
    <p:sldId id="257" r:id="rId4"/>
    <p:sldId id="281" r:id="rId5"/>
    <p:sldId id="258" r:id="rId6"/>
    <p:sldId id="261" r:id="rId7"/>
    <p:sldId id="286" r:id="rId8"/>
    <p:sldId id="276" r:id="rId9"/>
    <p:sldId id="287" r:id="rId10"/>
    <p:sldId id="282" r:id="rId11"/>
    <p:sldId id="283" r:id="rId12"/>
    <p:sldId id="279" r:id="rId13"/>
  </p:sldIdLst>
  <p:sldSz cx="12192000" cy="6858000"/>
  <p:notesSz cx="6858000" cy="12192000"/>
  <p:embeddedFontLst>
    <p:embeddedFont>
      <p:font typeface="Arial Black" panose="020B0A04020102020204" pitchFamily="34" charset="0"/>
      <p:bold r:id="rId15"/>
    </p:embeddedFont>
    <p:embeddedFont>
      <p:font typeface="Barlow Bold" panose="020B0604020202020204" charset="0"/>
      <p:regular r:id="rId16"/>
      <p:bold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Bold" panose="00000800000000000000" charset="0"/>
      <p:regular r:id="rId26"/>
      <p:bold r:id="rId27"/>
    </p:embeddedFont>
    <p:embeddedFont>
      <p:font typeface="Platypi Medium" panose="020B0604020202020204" charset="0"/>
      <p:regular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SemiBold" panose="00000700000000000000" pitchFamily="2" charset="0"/>
      <p:bold r:id="rId33"/>
      <p:boldItalic r:id="rId34"/>
    </p:embeddedFont>
    <p:embeddedFont>
      <p:font typeface="Source Serif 4" panose="020B0604020202020204" charset="0"/>
      <p:regular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ableStyles" Target="tableStyle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02.7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17407,'1581'0'0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15.0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15666,'0'376'0,"1873"-376"0,-1873-376 0,-1873 376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22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2434 31 4915,'50'23'14216,"-48"-20"-13856,1 0-1,-1 0 1,0 0 0,2 5 0,2 5-981,0 1 1,-1 0-1,6 28 0,-4-11 1531,-4-23-1996,-1 1-1,0 0 1,0 0 0,-1 1-1,0-1 1,-1 16 0,-1-20 753,0 0 0,0 0 1,0 0-1,-1 0 0,0 0 1,0 0-1,0 0 1,0-1-1,-1 1 0,0-1 1,0 1-1,0-1 1,-4 5-1,1-3 224,0 0 0,0-1 0,-1 1 0,0-1 0,0 0 0,0-1 0,0 0 0,-1 0 0,1 0-1,-1-1 1,0 0 0,0-1 0,0 0 0,-1 0 0,1-1 0,0 0 0,-1 0 0,1-1 0,-10 0 0,-888-4 960,888 5-759,1 1 0,-1 1 0,-20 5 1,17-3 668,-37 4 0,30-6 943,-35 8 1,38-5 142,-1-2-1,-28 1 0,-190-1-7106,-124-6 11894,176 0-3937,64 2-3713,124 0 995,0 0-1,0 0 1,0 0 0,0 0-1,0-1 1,0 0-1,0 0 1,0 0 0,0 0-1,1 0 1,-1-1-1,0 0 1,1 1-1,-1-1 1,1-1 0,0 1-1,-1 0 1,1-1-1,0 0 1,1 0 0,-1 0-1,0 0 1,1 0-1,0 0 1,-1-1 0,1 1-1,1-1 1,-1 1-1,0-1 1,1 0-1,-1-4 1,-17-46-2609,13 36 3183,1 0-1,1 0 1,1 0-1,0-1 1,1-19-1,0 0-552,1 24 0,0-1 0,1 1 0,0-1 0,1 1 0,1-1 0,6-25 0,-7 38 0,0-1 0,0 1 0,0 0 0,1 0 0,-1 1 0,1-1 0,-1 0 0,1 0 0,-1 1 0,1-1 0,0 1 0,0-1 0,0 1 0,0 0 0,3-2 0,12-4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26.0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1359 645 4915,'-67'-6'13450,"-29"-16"-11476,60 12-2314,-48-6 1,38 8 339,1-2 0,-72-26 0,44 12 0,45 16 0,-35-11 0,-65-29 0,115 43 0,0 1 0,0 0 0,0 1 0,-17-2 0,-25-6 0,-137-49-1937,131 45-85,43 12 1919,0-2 1,0 0-1,1 0 1,-31-15-1,43 17 115,1 0 1,0 0-1,-1 0 0,1 0 1,0-1-1,0 1 0,1-1 0,-1 0 1,1 0-1,0-1 0,0 1 1,1-1-1,-1 1 0,1-1 1,0 0-1,0 0 0,0 0 0,1 0 1,0 0-1,0 0 0,-1-8 1,1 7 65,1-1 0,-1 1 0,1 0-1,0-1 1,1 1 0,-1 0 0,1-1 0,1 1 0,-1 0 0,1 0 0,0 0 0,0 0 0,1 0 0,0 1 0,0-1 0,0 1 0,1-1 0,-1 1 0,1 0 0,0 1 0,1-1 0,-1 1 0,1 0 0,0 0 0,0 0 0,1 0 0,10-4 0,-10 4 289,0 0-250,0 0 1,0 0 0,1 1 0,0 0 0,-1 0 0,1 0 0,0 1 0,0 0 0,0 0 0,1 1 0,-1 0 0,0 0 0,13 1 0,-3 5-118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44.6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3656 598 4915,'-42'-36'14187,"-29"-12"-13578,8 6-660,15 5 51,19 14 0,-1 1 0,0 2 0,-38-19 0,9 9-3,-62-45 1,74 45-33,24 15-127,5 3 5,-1 0 0,0 1 0,-1 0 0,0 2 0,0 0 0,-35-8-1,-45-1-1582,-1 5 0,-202 0-1,183 13 987,-317 11-3386,-115-2 1464,334-12 2024,209 3 655,-19 1 105,1-1-1,-1-1 1,1-2 0,0-1 0,-39-10 0,33 5 721,-46-7 0,-2 1 879,52 10-758,1 2 1,-1 1-1,0 1 1,-39 4 0,-5-1 143,-275-2-656,334 0-361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4:58:47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4915,'0'0'0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14:00:42.8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14:00:57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2446 570 24575,'1'-5'0,"0"0"0,0 0 0,1 1 0,0-1 0,0 0 0,5-8 0,2-7 0,0-2 0,16-47 0,-24 63 0,1 0 0,-1 0 0,0 0 0,0 0 0,-1 0 0,0 0 0,0 0 0,-1 0 0,-1-8 0,-1 9 0,0 1 0,0 0 0,-1 0 0,1 0 0,-1 0 0,0 1 0,0-1 0,-1 1 0,1 0 0,-1 0 0,-7-3 0,3 1 0,-15-8 0,-1 2 0,-1 0 0,1 2 0,-49-10 0,-77-8 0,28 7 0,88 13 0,-213-39 0,-200-2 0,402 44 0,-84-3 0,-40-4 0,147 8 0,-28-2 0,0-3 0,-57-17 0,77 18 0,-1 1 0,0 2 0,0 0 0,-1 3 0,1 0 0,-38 5 0,26-2 0,22-1 0,-1 0 0,1 1 0,-43 10 0,-18 14 0,79-26 0,0 1 0,0 0 0,0 0 0,0 1 0,0-1 0,0 1 0,0 0 0,-6 4 0,9-4 0,-1 0 0,0 0 0,1 0 0,-1 0 0,1 0 0,0 1 0,0-1 0,0 1 0,0-1 0,0 1 0,0-1 0,1 1 0,-1-1 0,1 1 0,0 3 0,-2 13 0,1 0 0,3 33 0,-2-51 0,0 1 0,0-1 0,0 0 0,0 1 0,-1-1 0,1 0 0,0 1 0,-1-1 0,1 0 0,-1 1 0,1-1 0,-1 0 0,0 0 0,1 0 0,-1 1 0,0-1 0,0 0 0,0 0 0,0 0 0,0 0 0,0 0 0,0-1 0,0 1 0,0 0 0,0 0 0,0-1 0,-3 2 0,-4 1 0,1-1 0,-1 0 0,0 0 0,-8 0 0,-21 8 0,37-10 0,0 0 0,0 0 0,0 0 0,0 0 0,-1 0 0,1 0 0,0 0 0,0 0 0,0 0 0,0 0 0,0 0 0,0 0 0,0 0 0,0 1 0,0-1 0,0 0 0,0 0 0,0 0 0,0 0 0,-1 0 0,1 0 0,0 0 0,0 0 0,0 0 0,0 1 0,0-1 0,0 0 0,0 0 0,0 0 0,0 0 0,0 0 0,0 0 0,0 0 0,0 1 0,0-1 0,0 0 0,1 0 0,-1 0 0,0 0 0,0 0 0,0 0 0,0 0 0,0 0 0,0 0 0,0 0 0,0 1 0,0-1 0,0 0 0,0 0 0,0 0 0,0 0 0,1 0 0,-1 0 0,0 0 0,0 0 0,0 0 0,0 0 0,0 0 0,0 0 0,0 0 0,1 0 0,10 5 0,14 1 0,27 1 0,98 28 0,-93-20 0,-15-6 0,1-1 0,0-3 0,83 1 0,-125-6 0,188-5 0,17-6 0,-31 6 0,99 0 0,-140 15 0,78 1 0,-61 14 0,-85-12 0,-56-11 0,1 0 0,-1 1 0,1 0 0,-1 0 0,0 1 0,-1 1 0,1-1 0,-1 2 0,1-1 0,-2 1 0,10 8 0,-17-13 0,1 0 0,-1 0 0,0 0 0,0 0 0,0 1 0,0-1 0,0 0 0,-1 0 0,1 1 0,0-1 0,0 0 0,-1 1 0,1-1 0,-1 1 0,1-1 0,-1 1 0,0-1 0,0 1 0,0-1 0,1 1 0,-1-1 0,-1 1 0,1-1 0,0 1 0,0-1 0,0 1 0,-1-1 0,1 1 0,-1-1 0,1 1 0,-1-1 0,0 0 0,0 1 0,1-1 0,-1 0 0,0 0 0,0 1 0,0-1 0,0 0 0,0 0 0,-1 0 0,1 0 0,0 0 0,0-1 0,-3 2 0,-1 2 0,1-1 0,-2 0 0,1-1 0,0 1 0,-1-1 0,1 0 0,-1-1 0,1 1 0,-1-1 0,-9 1 0,2-3 0,1-1 0,0-1 0,0 0 0,0 0 0,1-1 0,-12-6 0,-13-3 0,-107-38 0,100 37 0,-1 1 0,-87-13 0,-42 0 0,39 9 0,18 8 0,-167 8 0,91 12 0,122-7 0,51-4 0,0 0 0,-36 7 0,49-5 0,-1-1 0,1 1 0,0 1 0,0-1 0,0 1 0,0 0 0,1 1 0,-1-1 0,1 1 0,0 0 0,0 0 0,-7 8 0,11-11 0,0-1 0,0 1 0,0 0 0,0 0 0,1 0 0,-1 0 0,0 0 0,0 0 0,0 0 0,1 1 0,-1-1 0,1 0 0,-1 0 0,1 0 0,-1 1 0,1-1 0,0 0 0,0 0 0,-1 1 0,1-1 0,0 0 0,0 1 0,0-1 0,1 0 0,-1 1 0,0-1 0,0 0 0,1 1 0,-1-1 0,0 0 0,1 0 0,0 0 0,-1 1 0,1-1 0,0 0 0,-1 0 0,1 0 0,0 0 0,0 0 0,0 0 0,0 0 0,0 0 0,0-1 0,0 1 0,0 0 0,3 0 0,-1 1 0,1 0 0,0 0 0,0-1 0,0 0 0,0 0 0,0 0 0,0 0 0,0-1 0,0 0 0,0 1 0,0-1 0,0-1 0,0 1 0,6-2 0,0-1 0,1 0 0,-1 1 0,1 0 0,-1 1 0,1 0 0,0 1 0,0 0 0,-1 1 0,1 0 0,0 0 0,-1 1 0,15 5 0,15 4 0,0-1 0,0-2 0,45 3 0,315-5 0,-245-7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5:30:51.7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862 271 24575,'-8'-1'0,"1"-1"0,-1 1 0,1-1 0,-1-1 0,1 1 0,-11-7 0,-9-2 0,-276-73 0,278 81 0,0 1 0,0 1 0,-1 1 0,1 1 0,0 1 0,0 1 0,0 2 0,-43 13 0,29-6 0,1-2 0,-54 7 0,90-17 0,1 0 0,-1 0 0,1 0 0,-1 1 0,1-1 0,0 0 0,-1 1 0,1-1 0,-1 1 0,1 0 0,0-1 0,0 1 0,-1 0 0,1 0 0,0-1 0,0 1 0,0 0 0,0 0 0,0 0 0,-2 3 0,3-3 0,-1 0 0,1 1 0,0-1 0,-1 0 0,1 1 0,0-1 0,0 0 0,0 1 0,0-1 0,0 1 0,1-1 0,-1 0 0,0 1 0,0-1 0,1 0 0,-1 0 0,2 3 0,1 2 0,1 1 0,0-1 0,1 0 0,-1 0 0,1 0 0,7 6 0,26 30 0,-32-34 0,0 0 0,1 0 0,0-1 0,0 0 0,0 0 0,16 10 0,-14-12 0,1 0 0,0-1 0,0 0 0,0 0 0,1-1 0,-1-1 0,1 1 0,-1-2 0,21 2 0,218 2 0,-27 21 0,-85-15 0,86 5 0,-96 0 0,-23 0 0,-44-6 0,3 0 0,-11 0 0,71 2 0,-76-11 0,134-2 0,-76-5 0,44-4 0,-12-1 0,-118 9 0,1-1 0,-1-2 0,0 1 0,0-2 0,0-1 0,22-11 0,-28 11 0,0-1 0,-1-1 0,0 0 0,-1-1 0,0 0 0,0 0 0,-1-1 0,16-23 0,-24 31 0,-1 0 0,0 0 0,0-1 0,0 1 0,0 0 0,-1 0 0,1 0 0,-1-1 0,0 1 0,0 0 0,0-1 0,0 1 0,0 0 0,-1 0 0,0 0 0,1-1 0,-1 1 0,-1 0 0,1 0 0,0 0 0,-1 0 0,1 0 0,-1 1 0,-2-4 0,-2-3 0,0 1 0,0 1 0,0-1 0,-1 1 0,0 0 0,-15-11 0,14 14 0,-1 0 0,1 0 0,-1 1 0,-13-4 0,-1 0 0,-18-6 0,0 3 0,0 1 0,-85-7 0,-2 0 0,-10 0 0,89 10 0,0-1 0,-51-16 0,57 13 0,-181-52 0,190 52 0,0 2 0,0 1 0,-1 2 0,-35 0 0,68 5 0,0 0 0,-1 0 0,1 0 0,0 0 0,0 0 0,-1 1 0,1-1 0,0 1 0,0 0 0,0 0 0,0 0 0,0 0 0,0 0 0,0 0 0,0 0 0,0 0 0,0 1 0,1-1 0,-1 1 0,1 0 0,-1-1 0,1 1 0,-1 0 0,1 0 0,-1 2 0,1-1 0,-1 1 0,1-1 0,1 1 0,-1 0 0,0-1 0,1 1 0,0 0 0,0-1 0,0 1 0,0 0 0,1-1 0,-1 1 0,1 0 0,0-1 0,2 5 0,-2-4 0,0 0 0,1 0 0,0 0 0,-1 0 0,1-1 0,1 1 0,-1-1 0,1 1 0,-1-1 0,1 0 0,0 0 0,0 0 0,0 0 0,0 0 0,1-1 0,-1 0 0,1 1 0,0-1 0,-1-1 0,1 1 0,0 0 0,0-1 0,0 0 0,0 0 0,7 1 0,5-1 0,-1-1 0,0-1 0,0 0 0,0-1 0,25-6 0,-20 4 0,0 1 0,0 1 0,1 0 0,-1 2 0,0 0 0,1 1 0,21 5 0,155 47 0,-153-46-1365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5:30:53.4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14:00:22.4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14:00:28.6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2193 146 24569,'-1'6'0,"-2"0"0,-1-1 0,-2 1 0,-1 0 0,-3-1 0,-1 1 0,-1-1 0,-2 1 0,-2-1 0,-1 0 0,-2 1 0,-1-1 0,-2 0 0,-1-1 0,-2 1 0,-1 0 0,-1-1 0,-2 0 0,0 1 0,-2-1 0,-2-1 0,0 1 0,-1 0 0,-1-1 0,-2 0 0,0 0 0,-1-1 0,-1 1 0,0-1 0,-1 0 0,-1 0 0,0 0 0,-1-1 0,0 1 0,0-1 0,-1-1 0,1 1 0,-1-1 0,0 0 0,0 0 0,0 0 0,0-1 0,0 1 0,1-1 0,0-1 0,0 1 0,1-1 0,0 0 0,1 0 0,1 0 0,0-1 0,1 1 0,1-1 0,1 0 0,0 0 0,2-1 0,1 0 0,1 1 0,1-1 0,1-1 0,1 1 0,2 0 0,1-1 0,1 0 0,2 1 0,1-1 0,2 0 0,1-1 0,2 1 0,1 0 0,2-1 0,2 1 0,1-1 0,2 1 0,1-1 0,2 0 0,2 1 0,1-1 0,3 0 0,0 1 0,3-1 0,1 0 0,2 0 0,2 1 0,1-1 0,2 1 0,1-1 0,2 1 0,2-1 0,1 1 0,2 0 0,1 0 0,2 0 0,1 0 0,2 0 0,1 1 0,1-1 0,2 1 0,1 0 0,1 0 0,1 0 0,1 1 0,1-1 0,2 1 0,0 0 0,1 0 0,1 0 0,1 1 0,0-1 0,1 1 0,1 0 0,0 1 0,1-1 0,0 1 0,0 0 0,1 0 0,0 1 0,0-1 0,0 1 0,0 0 0,0 1 0,-1-1 0,1 1 0,-1 0 0,0 0 0,0 1 0,-1-1 0,0 1 0,-1 0 0,-1 1 0,0-1 0,-1 1 0,-1 0 0,0 0 0,-2 0 0,-1 1 0,-1-1 0,0 1 0,-2 0 0,-2 0 0,0 0 0,-2 1 0,-1-1 0,-1 1 0,-2 0 0,-1 0 0,-2 0 0,-1 0 0,-2 0 0,-1 1 0,-2-1 0,-2 1 0,-1-1 0,-1 1 0,-3-1 0,-1 1 0,-2 0 0,-1 0 0,-2-1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14:00:38.3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251 198 24575,'-4'-1'0,"0"0"0,0-1 0,0 1 0,0-1 0,0 0 0,1 0 0,-1 0 0,-3-3 0,-11-6 0,-20-8 0,25 11 0,-1 1 0,-1 1 0,1 0 0,-1 1 0,0 0 0,-29-4 0,43 8 0,0 1 0,0 0 0,0 0 0,0 0 0,0 0 0,1 0 0,-1 1 0,0-1 0,0 0 0,0 0 0,0 0 0,0 1 0,0-1 0,0 1 0,0-1 0,1 1 0,-1-1 0,0 1 0,0-1 0,1 1 0,-1-1 0,0 1 0,1 0 0,-1 0 0,0-1 0,1 1 0,-1 1 0,0 0 0,0 0 0,1 1 0,-1-1 0,1 0 0,0 1 0,-1-1 0,1 0 0,0 1 0,0-1 0,1 0 0,-1 3 0,3 8 0,1 0 0,-1-1 0,7 14 0,-8-22 0,2 7 0,1 0 0,0 0 0,1-1 0,0 0 0,8 11 0,-10-16 0,0-1 0,1 0 0,-1 0 0,1 0 0,0 0 0,0-1 0,0 1 0,0-1 0,1-1 0,-1 1 0,12 3 0,-16-6 0,2 1 0,0 0 0,0 0 0,1 0 0,-1 0 0,0-1 0,1 1 0,6-1 0,-9-1 0,1 1 0,-1-1 0,0 1 0,1-1 0,-1 0 0,0 0 0,1 0 0,-1 1 0,0-1 0,0 0 0,0-1 0,0 1 0,0 0 0,0 0 0,0 0 0,0-1 0,0 1 0,0 0 0,0-3 0,1 2 0,-1-1 0,1 1 0,0 0 0,0 0 0,0 0 0,0 0 0,0 1 0,0-1 0,1 0 0,-1 1 0,5-3 0,-5 4 0,0-1 0,0 0 0,0-1 0,0 1 0,0 0 0,0-1 0,-1 1 0,1-1 0,0 1 0,-1-1 0,1 0 0,-1 1 0,0-1 0,1 0 0,-1 0 0,0 0 0,0 0 0,0-1 0,1-3 0,10-37 0,4-20 0,-15 58 0,-1 0 0,1 0 0,-1-1 0,-1 1 0,1 0 0,-1 0 0,0 0 0,0 0 0,0 0 0,-4-8 0,-3-7 0,5 10 0,-2 0 0,1 0 0,-1 0 0,-10-13 0,15 23 0,0-1 0,0 1 0,0 0 0,0 0 0,0 0 0,0 0 0,0 0 0,0 0 0,0 0 0,0 0 0,0 0 0,0 0 0,0 0 0,0-1 0,0 1 0,0 0 0,-1 0 0,1 0 0,0 0 0,0 0 0,0 0 0,0 0 0,0 0 0,0 0 0,0 0 0,0 0 0,0 0 0,0 0 0,0 0 0,-1 0 0,1 0 0,0 0 0,0 0 0,0 0 0,0 0 0,0 0 0,0 0 0,0 0 0,0 0 0,0 0 0,-1 0 0,1 0 0,0 0 0,0 0 0,0 0 0,0 0 0,0 0 0,0 0 0,0 0 0,0 0 0,0 0 0,0 1 0,0-1 0,0 0 0,0 0 0,0 0 0,-1 0 0,1 0 0,0 0 0,0 0 0,0 0 0,0 0 0,0 0 0,0 10 0,2 15 0,-2-23 0,0 1 0,20 133 0,-17-117 0,-1 0 0,0 0 0,-3 23 0,3 27 0,-2-68 0,0-1 0,0 1 0,0-1 0,0 1 0,0 0 0,1-1 0,-1 1 0,0-1 0,0 1 0,1-1 0,-1 1 0,0-1 0,1 0 0,-1 1 0,0-1 0,1 1 0,-1-1 0,1 0 0,-1 1 0,1-1 0,-1 0 0,1 1 0,-1-1 0,1 0 0,-1 0 0,1 0 0,-1 1 0,2-1 0,21 0 0,19-10 0,-14-1 278,22-6-1921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6:11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6:17.2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6:51.3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4415 1 24575,'-1'2'0,"0"1"0,-1-1 0,0 1 0,0-1 0,1 0 0,-1 0 0,0 0 0,-1 0 0,1 0 0,0 0 0,-1 0 0,-4 2 0,-1 2 0,-108 72 0,87-61 0,0 2 0,1 1 0,-42 39 0,-59 84 0,113-122 0,1 1 0,1 0 0,1 1 0,1 1 0,-12 30 0,20-43 0,3-9 0,0 1 0,0-1 0,0 1 0,0-1 0,1 1 0,-1-1 0,1 1 0,-1 4 0,1-6 0,1 0 0,-1 0 0,0-1 0,1 1 0,-1 0 0,1 0 0,-1 0 0,1 0 0,-1 0 0,1-1 0,0 1 0,-1 0 0,1 0 0,0-1 0,0 1 0,0-1 0,-1 1 0,1-1 0,0 1 0,0-1 0,0 1 0,0-1 0,0 0 0,0 1 0,0-1 0,0 0 0,1 0 0,98 20 0,-7-2 0,-38-5 0,-13-2 0,49 18 0,-89-29 0,572 203 0,-232-106 0,-222-70 0,63 18 0,-128-31 0,0-2 0,98 7 0,-59-6 0,-56-7 0,70 3 0,-77-7 0,0 0 0,37 9 0,19 2 0,52 8 0,15 1 0,-44-9 0,-60-6 0,70 1 0,20 6 0,-108-14 0,-8 1 0,0-1 0,-1-2 0,31-5 0,-47 6 0,0-1 0,-1 0 0,1 0 0,-1 0 0,0-1 0,0 0 0,0-1 0,0 1 0,0-1 0,0 0 0,-1 0 0,0-1 0,0 0 0,0 0 0,-1 0 0,4-6 0,0-2 0,-1-1 0,-1 0 0,0 0 0,-1-1 0,5-25 0,13-32 0,-20 63 0,1-1 0,-1 1 0,-1 0 0,0-1 0,0 0 0,-1 1 0,0-1 0,-1 0 0,0 0 0,-1-10 0,0 16 0,1 0 0,-1 0 0,0 1 0,0-1 0,-1 0 0,1 0 0,-1 1 0,0-1 0,0 0 0,0 1 0,0 0 0,-1-1 0,1 1 0,-1 0 0,0 1 0,0-1 0,0 0 0,0 1 0,-1-1 0,1 1 0,-1 0 0,1 0 0,-1 1 0,1-1 0,-1 1 0,-5-2 0,-55-12 0,-1 3 0,-70-4 0,-133 4 0,226 11 0,-474-2 0,280 5 0,205-1 0,1 2 0,-58 14 0,58-10 0,-1-1 0,-58 3 0,-37 5 0,72-13 0,0-3 0,0-2 0,1-2 0,-58-14 0,-102-25 0,23 2 0,5 6 0,110 23 0,26 1 0,38 9 0,0 1 0,0 0 0,0 1 0,-21-2 0,-96-10 0,-381 14 0,369 15 0,104-13 0,-60 10 0,60-6 0,-59 2 0,-162 6 0,59 0 0,174-12 0,-1 0 0,-41 9 0,-18 3 0,34-8 0,-56 2 0,80-7 0,-38 6 0,16-1 0,11-2 0,-258 21 0,88-3 0,33-2 0,-114 18 0,190-23 0,-318 41 0,290-52 0,88-5 0,0 2 0,-41 6 0,49-3 0,-43-1 0,44-3 0,-49 7 0,-78 10 0,93-13 0,52-5 0,0 1 0,0 0 0,0 1 0,0 1 0,0 0 0,1 0 0,-1 1 0,-16 6 0,27-8 0,0-1 0,-1 0 0,1 0 0,0 0 0,0 0 0,0 0 0,0 0 0,0 0 0,-1 0 0,1 0 0,0 0 0,0 0 0,0 0 0,0 0 0,0 0 0,0 1 0,0-1 0,-1 0 0,1 0 0,0 0 0,0 0 0,0 0 0,0 0 0,0 1 0,0-1 0,0 0 0,0 0 0,0 0 0,0 0 0,0 0 0,0 1 0,0-1 0,0 0 0,0 0 0,0 0 0,0 0 0,0 0 0,0 1 0,0-1 0,0 0 0,0 0 0,0 0 0,0 0 0,0 0 0,0 1 0,0-1 0,1 0 0,-1 0 0,0 0 0,0 0 0,0 0 0,0 0 0,0 0 0,0 0 0,0 1 0,0-1 0,1 0 0,-1 0 0,0 0 0,15 6 0,19 2 0,35 1 0,86-1 0,52 6 0,755-14 0,-875 7 0,4 0 0,-77-6 0,0 1 0,0 0 0,28 7 0,-28-5 0,0 0 0,1-2 0,26 3 0,70 4 0,-67-4 0,109 23 0,-108-21 0,59 16 0,-13-1 0,-46-13 0,181 29 0,-192-34 0,101 5 0,-86-9 0,16 0 0,89-11 0,-23-2 0,226 7 0,-208 8 0,-10-17 0,-100 16 0,-16 0 0,0-1 0,0-1 0,-1-1 0,23-5 0,-16 3 0,-1 1 0,0 1 0,1 1 0,35 4 0,7-1 0,-50-1 0,-14 0 0,-1-1 0,0 0 0,0 0 0,1 0 0,-1-1 0,0 0 0,10-2 0,-15 3 0,-1 0 0,0 0 0,1-1 0,-1 1 0,1 0 0,-1 0 0,0 0 0,1-1 0,-1 1 0,0 0 0,1 0 0,-1-1 0,0 1 0,0 0 0,1 0 0,-1-1 0,0 1 0,0 0 0,1-1 0,-1 1 0,0-1 0,0 1 0,0 0 0,1-1 0,-1 1 0,0 0 0,0-1 0,0 1 0,0-1 0,0 1 0,0-1 0,0 1 0,0 0 0,0-1 0,0 0 0,-12-13 0,-22-5 0,11 12 0,-1 1 0,0 1 0,0 2 0,0 0 0,-1 1 0,1 1 0,-1 2 0,-24 3 0,31-1 0,0 1 0,0 0 0,0 2 0,-23 10 0,-25 7 0,-206 51 0,189-56 0,-1-4 0,-1-3 0,-147-1 0,155-9 0,-82-3 0,22-12 0,75 10 0,2-2 0,-91-21 0,59 5 0,61 16 0,0-1 0,0-2 0,1-1 0,-42-20 0,70 29 0,-1-1 0,0 0 0,1 0 0,-1 0 0,1 0 0,0-1 0,0 1 0,0-1 0,0 1 0,0-1 0,0 0 0,1 0 0,-1 1 0,1-1 0,0 0 0,0 0 0,0-1 0,0 1 0,0 0 0,1 0 0,0 0 0,-1 0 0,1-1 0,1-2 0,-1 3 0,0 0 0,0 0 0,1 0 0,-1 1 0,1-1 0,0 0 0,0 1 0,0-1 0,0 0 0,0 1 0,1-1 0,-1 1 0,1 0 0,-1-1 0,1 1 0,0 0 0,0 0 0,0 0 0,0 0 0,0 0 0,1 1 0,-1-1 0,1 1 0,-1-1 0,1 1 0,-1 0 0,4-1 0,18-4 0,1 2 0,-1 0 0,1 2 0,0 1 0,44 3 0,126 25 0,9 1 0,15-7 0,86 3 0,-247-23 0,-21 0 0,67-7 0,-94 5 0,1-1 0,0 0 0,-1-1 0,0 0 0,0-1 0,0 0 0,0-1 0,0 0 0,-1 0 0,15-12 0,-17 12 0,1 1 0,-1 0 0,1 0 0,0 0 0,0 1 0,0 0 0,0 1 0,15-3 0,3 0 0,40-1 0,209 7 0,-146 13 0,-32-1 0,-57-6 0,72 1 0,-91-7 0,36 6 0,-9 0 0,0-2 0,68 4 0,-43-6 0,95 17 0,-122-13 0,29 3 0,24 3 0,103 27 0,-140-23 0,78 9 0,209 7 0,-199-22 0,-41-10 0,4 1 0,-67 5 0,21 0 0,45-8 0,-111 1 0,-1 0 0,1 0 0,-1 0 0,1 0 0,-1 0 0,1 0 0,-1 0 0,1 0 0,-1 0 0,0 0 0,1 0 0,-1 0 0,1 0 0,-1-1 0,1 1 0,-1 0 0,1 0 0,-1-1 0,0 1 0,1 0 0,-1 0 0,0-1 0,1 1 0,-1 0 0,0-1 0,1 0 0,-9-7 0,-19-3 0,8 8 0,1 2 0,0 0 0,-1 1 0,1 1 0,0 1 0,-1 0 0,-25 8 0,-38 4 0,35-11 0,0-2 0,-48-5 0,59-1 0,-1-2 0,1-2 0,1-1 0,-1-1 0,-39-21 0,68 30 0,1-1 0,-1 0 0,1-1 0,0 0 0,0 0 0,-6-5 0,10 7 0,0 0 0,0-1 0,1 1 0,-1-1 0,0 1 0,1-1 0,-1 0 0,1 1 0,0-1 0,0 0 0,0 0 0,1 0 0,-1 0 0,1 0 0,-1 0 0,1-5 0,0 2 0,-1 0 0,0 0 0,0 0 0,0 0 0,-1 0 0,1 1 0,-1-1 0,-1 1 0,1-1 0,-1 1 0,0 0 0,0 0 0,-1 0 0,1 0 0,-1 1 0,0-1 0,0 1 0,-1 0 0,1 0 0,-1 1 0,0-1 0,-9-4 0,-9-3 0,0 0 0,-1 2 0,0 0 0,-25-5 0,17 5 0,-23-5 0,-1 2 0,0 2 0,-84-3 0,47 11 0,-127 14 0,207-10 0,0 0 0,0 0 0,0 2 0,1 0 0,-1 0 0,1 1 0,0 1 0,0 0 0,0 0 0,1 1 0,-14 11 0,25-18 0,0 1 0,0-1 0,0 0 0,-1 0 0,1 0 0,0 0 0,0 0 0,0 0 0,0 0 0,-1 1 0,1-1 0,0 0 0,0 0 0,0 0 0,0 0 0,0 1 0,0-1 0,0 0 0,0 0 0,-1 0 0,1 0 0,0 1 0,0-1 0,0 0 0,0 0 0,0 0 0,0 1 0,0-1 0,0 0 0,0 0 0,0 0 0,0 1 0,0-1 0,0 0 0,1 0 0,-1 0 0,0 1 0,0-1 0,0 0 0,0 0 0,0 0 0,0 0 0,0 1 0,0-1 0,1 0 0,-1 0 0,0 0 0,13 4 0,17-2 0,-30-2 0,17-1 0,0 0 0,0-2 0,1 0 0,-2-1 0,34-13 0,5 0 0,-23 11 10,0 1-1,0 1 0,0 3 1,1 0-1,33 4 1,16 0-1432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7:07.6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0 127 24575,'9'-1'0,"-1"0"0,0-1 0,0 0 0,0-1 0,11-4 0,11-3 0,75-24 0,-61 19 0,1 2 0,55-10 0,-47 16 0,84-2 0,-152 11 0,0 0 0,0 2 0,0-1 0,0 2 0,1 0 0,0 0 0,0 1 0,-18 11 0,5-3 0,-34 11 0,47-20 32,4-3-159,0 1 0,0 0 0,1 1 0,-1 0 0,1 1 0,0 0 0,0 0 0,0 1 0,1 0 0,-14 13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6:25.0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6:26.6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1553 113 24575,'-42'42'0,"2"2"0,2 1 0,3 2 0,1 2 0,2 1 0,3 1 0,-33 78 0,45-91 0,-2 0 0,-32 49 0,51-86 0,0-1 0,0 1 0,-1-1 0,1 0 0,0 1 0,0-1 0,0 1 0,0-1 0,0 0 0,0 1 0,0-1 0,0 1 0,0-1 0,0 1 0,0-1 0,0 0 0,0 1 0,0-1 0,1 1 0,-1-1 0,0 0 0,0 1 0,0-1 0,0 1 0,1-1 0,-1 0 0,0 1 0,1-1 0,-1 0 0,0 1 0,0-1 0,1 0 0,-1 0 0,0 1 0,1-1 0,-1 0 0,1 0 0,-1 0 0,0 0 0,1 1 0,-1-1 0,1 0 0,-1 0 0,0 0 0,1 0 0,-1 0 0,1 0 0,-1 0 0,1 0 0,32 3 0,-21-2 0,12 4 0,218 38 0,121-24 0,-240-18 0,109-2 0,-211-1 0,0 0 0,0-1 0,0-1 0,0-1 0,0 0 0,-1-2 0,0-1 0,24-12 0,-39 18 0,0-1 0,0 0 0,0 0 0,0 0 0,0-1 0,-1 0 0,1 0 0,-1 0 0,0 0 0,0-1 0,-1 1 0,1-1 0,-1 0 0,0 0 0,0 0 0,-1-1 0,0 1 0,1-1 0,-2 1 0,1-1 0,-1 0 0,0 1 0,1-9 0,-1 6 0,-1 0 0,0-1 0,0 1 0,-1-1 0,0 1 0,0 0 0,-1 0 0,0-1 0,0 1 0,-1 0 0,0 1 0,-1-1 0,0 0 0,-7-11 0,0 5 0,0 1 0,-1 0 0,-1 1 0,0 0 0,0 0 0,-16-9 0,-26-13 0,-1 1 0,-84-35 0,85 43 0,-7 0 0,0 3 0,-1 2 0,-105-17 0,0-3 0,-32-7 0,23 18 0,-1 8 0,-1 8 0,-206 11 0,349 3 0,-1 2 0,1 2 0,0 1 0,1 2 0,-1 1 0,-36 15 0,65-21 0,0 0 0,0 1 0,0 0 0,1 0 0,-1 0 0,1 1 0,0 0 0,1 0 0,-1 1 0,1-1 0,0 1 0,0 0 0,1 1 0,0-1 0,0 1 0,0 0 0,1 0 0,0 0 0,1 0 0,-1 1 0,1-1 0,1 1 0,-1-1 0,1 1 0,1-1 0,-1 1 0,1 0 0,1 0 0,0-1 0,0 1 0,0-1 0,1 1 0,0-1 0,0 1 0,1-1 0,0 0 0,6 12 0,65 118 0,35 61 0,-100-185 0,0 0 0,1-1 0,1 0 0,0-1 0,21 17 0,68 44 0,-98-71 0,42 25 0,83 36 0,-72-37 0,-16-9 0,0-1 0,0-3 0,2-1 0,-1-2 0,1-2 0,0-1 0,1-3 0,54-1 0,-89-3 0,1 0 0,-1 0 0,1 0 0,-1-1 0,0 0 0,0-1 0,0 0 0,0 0 0,7-4 0,2-3 0,0-1 0,22-18 0,-23 15-1365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06:47:20.1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3472 339 24575,'-71'-4'0,"0"-4"0,1-2 0,-84-24 0,-23-4 0,-71-4 0,-19 0 0,225 37 0,1 2 0,-59 4 0,28 1 0,55-1 0,1 2 0,-1 0 0,1 0 0,0 2 0,0 0 0,-24 11 0,-20 6 0,36-12 0,0 2 0,1 0 0,1 1 0,0 1 0,-37 31 0,28-22 0,28-21 0,1 0 0,-1 0 0,1 0 0,0 1 0,-1-1 0,1 0 0,0 1 0,0-1 0,1 1 0,-1 0 0,0 0 0,1-1 0,0 1 0,0 0 0,0 0 0,-1 5 0,1-6 0,2 1 0,-1-1 0,0 1 0,0-1 0,1 0 0,-1 1 0,1-1 0,-1 0 0,1 1 0,0-1 0,0 0 0,0 0 0,1 0 0,-1 0 0,0 0 0,1 0 0,-1 0 0,1 0 0,0 0 0,-1-1 0,1 1 0,3 1 0,1 2 0,1-1 0,0 0 0,0 0 0,1 0 0,-1-1 0,1 0 0,-1-1 0,10 3 0,66 7 0,-41-8 0,40 11 0,34 3 0,-65-13 0,54 3 0,516-8 0,-481-15 0,-117 14 0,-1-1 0,38-9 0,-38 6 0,0 1 0,41-1 0,346 5 0,-391 2 0,-1-1 0,0 2 0,22 6 0,-21-5 0,-1 0 0,0-1 0,23 0 0,25 3 0,-57-4 0,0 0 0,0-1 0,0 0 0,1 0 0,-1-1 0,0 0 0,0-1 0,1 0 0,-1 0 0,0-1 0,0 0 0,0 0 0,0-1 0,-1 0 0,11-5 0,-11 4 0,-1 1 0,1 0 0,1 1 0,-1-1 0,0 1 0,1 0 0,-1 1 0,15-1 0,67 3 0,-37 2 0,-29-3 0,-11 1 0,0-1 0,0 0 0,-1-1 0,1-1 0,17-3 0,-27 4 0,1 0 0,-1 0 0,1 0 0,-1 0 0,1 0 0,-1-1 0,0 1 0,0-1 0,0 0 0,0 0 0,0 1 0,0-1 0,0 0 0,0-1 0,-1 1 0,1 0 0,-1 0 0,0-1 0,1 1 0,-1-1 0,0 1 0,0-1 0,-1 1 0,1-1 0,-1 0 0,1 1 0,-1-1 0,0-5 0,0 4 0,1-3 0,-1-1 0,0 0 0,-1 1 0,-1-10 0,1 15 0,1 0 0,-1 0 0,0 0 0,1 0 0,-1 0 0,0 0 0,0 1 0,0-1 0,0 0 0,-1 1 0,1-1 0,0 1 0,-1-1 0,1 1 0,-1 0 0,1-1 0,-1 1 0,0 0 0,1 0 0,-5-2 0,-3-2 0,10 1 0,21-1 0,34 5 0,-53 0 0,-1 1 0,1-1 0,-1 0 0,1 1 0,-1 0 0,1 0 0,-1 0 0,0 0 0,1 0 0,-1 0 0,0 0 0,0 1 0,0-1 0,0 1 0,0 0 0,0 0 0,0-1 0,-1 1 0,3 4 0,-1-2 0,-1 1 0,0-1 0,0 1 0,-1-1 0,0 1 0,0 0 0,0-1 0,0 1 0,0 9 0,-1 3 0,-2 0 0,1-1 0,-2 1 0,0-1 0,-6 18 0,-67 161 0,46-124 0,29-68 0,0 0 0,0-1 0,0 1 0,0-1 0,-1 1 0,1-1 0,-1 1 0,0-1 0,0 0 0,-4 4 0,6-6 0,-1 0 0,0 0 0,0 1 0,0-1 0,0 0 0,0 0 0,0 0 0,0 0 0,0 0 0,0 0 0,0 0 0,0 0 0,0-1 0,0 1 0,0 0 0,1 0 0,-1-1 0,0 1 0,0-1 0,0 1 0,0-1 0,1 1 0,-1-1 0,0 1 0,0-1 0,1 0 0,-1 1 0,0-1 0,1 0 0,-1 0 0,1 0 0,-1 1 0,1-1 0,-1-2 0,-35-43 0,14 19 0,-28-45 0,32 44 0,-2 1 0,0 2 0,-2 0 0,-1 1 0,-1 1 0,-33-24 0,48 39 0,-123-94 0,23 37 0,-55-40 0,160 103 0,-1-1 0,1 1 0,-1 0 0,1 0 0,-1 1 0,1-1 0,-1 1 0,0 0 0,0 0 0,-5 0 0,6 1 0,0 1 0,0 0 0,0 0 0,0 0 0,0 0 0,1 1 0,-1-1 0,1 1 0,-1 0 0,1 0 0,-1 1 0,1-1 0,-3 3 0,-23 18 0,-55 32 0,68-46 0,-1 0 0,1-2 0,-2 0 0,1-1 0,-1 0 0,1-2 0,-2 0 0,1-1 0,0-1 0,-23 0 0,-100 12 0,3-12 0,-142-5 0,222-4 0,31 4 0,-35-1 0,-78-11 0,-284 16 0,353 7 0,29-1 0,14-3 0,-39 12 0,47-10 0,-1-1 0,0-1 0,0-1 0,-26 1 0,25-5 0,1-1 0,-1-1 0,-31-9 0,30 6 0,-40-2 0,50 7 0,0 0 0,0-1 0,-1 0 0,-21-8 0,14 4 0,0 0 0,-1 2 0,0 0 0,0 2 0,-44 0 0,48 2 0,-11 0 0,0 0 0,1 2 0,-1 1 0,-50 12 0,60-11 0,0 0 0,0-2 0,-1 0 0,-30-2 0,23 0 0,-44 6 0,20 2 0,-9 3 0,-84 4 0,136-15 0,0 1 0,0-2 0,0 1 0,0-1 0,0 0 0,0-1 0,-13-4 0,17 5 0,1-1 0,1 0 0,-1 0 0,0 0 0,0 0 0,1 0 0,-1-1 0,1 1 0,0-1 0,-1 1 0,1-1 0,1 0 0,-1 0 0,0 0 0,1 0 0,-1 0 0,1-1 0,0 1 0,0 0 0,-1-6 0,0 1 0,1-1 0,0 1 0,0 0 0,1 0 0,0 0 0,0-1 0,1 1 0,0 0 0,0 0 0,1 0 0,4-11 0,-1 7 0,0 0 0,1 1 0,1 0 0,0 0 0,0 0 0,14-14 0,2-4 0,-18 21 0,1 0 0,0 1 0,0 0 0,1 0 0,14-11 0,-18 16 0,0 1 0,0-1 0,0 1 0,0 0 0,0 0 0,0 0 0,1 0 0,-1 0 0,0 1 0,1 0 0,-1-1 0,0 1 0,1 0 0,-1 1 0,0-1 0,0 1 0,1-1 0,-1 1 0,0 0 0,0 0 0,5 2 0,18 10 0,-1 0 0,31 23 0,-46-29 0,-2-2 0,0 1 0,0 0 0,-1 0 0,0 0 0,0 1 0,0 0 0,7 12 0,-10-13 0,-1 0 0,0 0 0,0 0 0,-1 1 0,0-1 0,0 1 0,0-1 0,-1 1 0,0 0 0,0 0 0,-1 9 0,0 12 0,-7 36 0,3-36 0,0 37 0,5-29 0,1 0 0,2-1 0,1 1 0,20 66 0,21 79 0,-43-150 0,-2-24 0,-1 0 0,1 0 0,0 1 0,1-1 0,0 0 0,5 12 0,-6-17 0,1 0 0,-1 1 0,1-1 0,0 0 0,0 0 0,0 0 0,0-1 0,0 1 0,0 0 0,0-1 0,0 1 0,1-1 0,-1 0 0,1 0 0,-1 0 0,1 0 0,-1 0 0,1 0 0,0-1 0,-1 1 0,1-1 0,5 0 0,-2 0 0,-1 0 0,1 0 0,0 0 0,-1-1 0,1 0 0,-1 0 0,1-1 0,-1 1 0,0-1 0,1 0 0,-1-1 0,0 1 0,0-1 0,-1 0 0,1-1 0,-1 1 0,1-1 0,-1 1 0,0-1 0,0-1 0,-1 1 0,1 0 0,-1-1 0,0 0 0,0 0 0,-1 0 0,5-9 0,-2 0 0,0-1 0,-1 1 0,0-1 0,-1 1 0,-1-1 0,0 0 0,-1 0 0,-1 0 0,-2-22 0,1 33 0,1 0 0,-1 1 0,0-1 0,-1 1 0,1-1 0,-1 1 0,1 0 0,-1-1 0,0 1 0,0 0 0,0 0 0,-1 0 0,1 1 0,-1-1 0,0 0 0,1 1 0,-1 0 0,0 0 0,-7-4 0,-5-2 0,-1 1 0,0 0 0,-20-5 0,-13-6 0,-104-44 0,60 26 0,64 24 0,1 3 0,-1 0 0,-1 2 0,1 1 0,-1 1 0,-1 2 0,-46 0 0,8 2 0,-59 2 0,122 1 0,1 0 0,-1 0 0,0 0 0,1 1 0,-1 0 0,1 0 0,0 0 0,0 0 0,0 1 0,0 0 0,1 0 0,0 0 0,0 1 0,-7 8 0,4-5 0,0 0 0,-1-1 0,-15 12 0,21-17 0,0 0 0,0 0 0,0 0 0,0 0 0,0 0 0,0 0 0,0 1 0,1-1 0,-1 1 0,1-1 0,-1 1 0,1-1 0,0 1 0,0 0 0,0 0 0,1-1 0,-1 1 0,1 0 0,-1 0 0,1 0 0,0 0 0,0 0 0,0 0 0,1 0 0,-1-1 0,2 5 0,1 8 0,1 0 0,1 1 0,11 23 0,-8-22 0,-4-6 0,2 1 0,0-1 0,0 0 0,1 0 0,9 12 0,-14-21 0,0 0 0,-1 1 0,1-1 0,0 0 0,1 0 0,-1-1 0,0 1 0,0 0 0,1-1 0,-1 1 0,1-1 0,-1 0 0,1 0 0,0 0 0,0 0 0,-1 0 0,1 0 0,0-1 0,0 0 0,0 1 0,0-1 0,-1 0 0,1 0 0,0-1 0,0 1 0,0 0 0,0-1 0,-1 0 0,5-1 0,7-5 0,0-1 0,17-13 0,17-11 0,15-4 0,103-79 0,-154 106 0,0-1 0,-1 0 0,15-18 0,-22 23 0,0 0 0,0-1 0,-1 1 0,0-1 0,0 0 0,0 0 0,0 0 0,-1-1 0,0 1 0,1-9 0,-3 12 0,1 1 0,-1-1 0,1 0 0,-1 0 0,1 0 0,0 0 0,0 1 0,1-1 0,-1 0 0,1 1 0,-1-1 0,1 1 0,0-1 0,3-3 0,-5 6 0,1 1 0,-1-1 0,0 0 0,1 0 0,-1 0 0,0 0 0,0 0 0,1 0 0,-1 1 0,0-1 0,1 0 0,-1 0 0,0 0 0,0 1 0,1-1 0,-1 0 0,0 0 0,0 1 0,0-1 0,0 0 0,1 1 0,-1-1 0,0 0 0,0 0 0,0 1 0,0-1 0,0 0 0,0 1 0,0-1 0,0 0 0,0 1 0,0-1 0,0 0 0,0 1 0,0-1 0,0 0 0,0 1 0,0-1 0,1 18 0,-1-18 0,-1 42 45,-12 73 0,5-54-1500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9T14:00:02.6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182 77 24575,'-51'-1'0,"-53"2"0,103-1 0,0 0 0,0 1 0,-1-1 0,1 0 0,0 1 0,0-1 0,-1 1 0,1 0 0,0-1 0,0 1 0,0 0 0,0 0 0,0-1 0,0 1 0,0 0 0,0 0 0,0 0 0,1 0 0,-1 0 0,0 1 0,1-1 0,-1 0 0,0 0 0,1 0 0,-1 1 0,1-1 0,0 0 0,-1 0 0,1 1 0,0-1 0,0 0 0,0 1 0,0-1 0,0 0 0,1 3 0,-1 7 0,2 0 0,-1 0 0,6 15 0,-3-10 0,1 10 0,2 0 0,1-1 0,13 31 0,-20-54 0,0 0 0,0 0 0,0 0 0,1 0 0,-1 0 0,1-1 0,-1 1 0,1 0 0,0-1 0,-1 1 0,1-1 0,0 0 0,0 1 0,0-1 0,0 0 0,0 0 0,0 0 0,5 1 0,1-1 0,1 1 0,0-1 0,15 0 0,4 0 0,4 1 0,0-1 0,37-4 0,137-7 0,-84 4 0,-27 0 0,120 7 0,-75 10 0,-56-6 0,-46-2 0,0 1 0,0 2 0,49 14 0,-48-9 0,56 6 0,-86-16 0,118 11 0,64 9 0,-59-10 0,126-5 0,-172-7 0,-75 0 0,-1 0 0,1 0 0,-1-1 0,1 0 0,-1-1 0,0-1 0,0 1 0,0-2 0,0 1 0,-1-1 0,0-1 0,16-11 0,-22 15 0,1-1 0,-1 0 0,1 0 0,-1-1 0,0 1 0,0-1 0,0 1 0,-1-1 0,1 0 0,-1 0 0,0 0 0,0 0 0,-1-1 0,1 1 0,-1 0 0,0-1 0,0 1 0,0-1 0,0 1 0,-1-1 0,0 0 0,0 1 0,-1-6 0,1 1 0,-1-1 0,0 0 0,0 1 0,-1-1 0,-1 1 0,-6-17 0,8 22 0,-1-1 0,-1 1 0,1 0 0,0-1 0,-1 1 0,0 0 0,0 1 0,0-1 0,-1 0 0,1 1 0,-1 0 0,0 0 0,0 0 0,0 0 0,-6-2 0,0 2 0,0 2 0,0-1 0,0 1 0,0 1 0,0 0 0,0 0 0,0 1 0,-15 3 0,8-1 0,-138 30 0,109-29 0,0-1 0,-74-5 0,85-3 0,-43-12 0,44 9 0,-47-5 0,-40 3 0,0-10 0,30 3 0,73 14 0,-47-6 0,-74 0 0,110 7 0,1-1 0,-38-8 0,-6-2 0,-88-6 0,99 14 0,-95-21 0,143 22 0,-1 1 0,1 1 0,-1 0 0,0 1 0,1 0 0,-1 1 0,-22 3 0,18 4 342,18-7-389,-1 0 1,1 0 0,-1 1 0,1-1 0,-4 5-600,4-4 600,0-1 0,0 0 0,0 1 0,0-1 0,0 1-1,0-1 1,0 1 0,0-1 0,0 1 0,0-1 0,0 1 0,0-1 0,0 0-1,1 1 1,-1-1 0,0 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711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2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10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jpeg"/><Relationship Id="rId7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80.png"/><Relationship Id="rId3" Type="http://schemas.openxmlformats.org/officeDocument/2006/relationships/image" Target="../media/image16.png"/><Relationship Id="rId7" Type="http://schemas.openxmlformats.org/officeDocument/2006/relationships/customXml" Target="../ink/ink16.xml"/><Relationship Id="rId12" Type="http://schemas.openxmlformats.org/officeDocument/2006/relationships/customXml" Target="../ink/ink19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1" Type="http://schemas.openxmlformats.org/officeDocument/2006/relationships/customXml" Target="../ink/ink18.xml"/><Relationship Id="rId5" Type="http://schemas.openxmlformats.org/officeDocument/2006/relationships/image" Target="../media/image8.png"/><Relationship Id="rId15" Type="http://schemas.openxmlformats.org/officeDocument/2006/relationships/image" Target="../media/image190.png"/><Relationship Id="rId10" Type="http://schemas.openxmlformats.org/officeDocument/2006/relationships/image" Target="../media/image170.png"/><Relationship Id="rId4" Type="http://schemas.openxmlformats.org/officeDocument/2006/relationships/customXml" Target="../ink/ink14.xml"/><Relationship Id="rId9" Type="http://schemas.openxmlformats.org/officeDocument/2006/relationships/customXml" Target="../ink/ink17.xml"/><Relationship Id="rId14" Type="http://schemas.openxmlformats.org/officeDocument/2006/relationships/customXml" Target="../ink/ink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10.jpe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09822" y="2569580"/>
            <a:ext cx="9051403" cy="168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>
                <a:ln w="0"/>
                <a:solidFill>
                  <a:schemeClr val="accent1"/>
                </a:solidFill>
                <a:effectLst>
                  <a:innerShdw blurRad="114300">
                    <a:prstClr val="black"/>
                  </a:innerShdw>
                </a:effectLst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Bank Account Management System</a:t>
            </a:r>
            <a:endParaRPr lang="en-US" sz="3600">
              <a:ln w="0"/>
              <a:solidFill>
                <a:schemeClr val="accent1"/>
              </a:solidFill>
              <a:effectLst>
                <a:innerShdw blurRad="114300">
                  <a:prstClr val="black"/>
                </a:inn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2511706" y="1713052"/>
            <a:ext cx="6910086" cy="856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DBMS</a:t>
            </a:r>
            <a:r>
              <a:rPr lang="en-US" sz="145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280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Capstone</a:t>
            </a:r>
            <a:r>
              <a:rPr lang="en-US" sz="145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280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Project Review-1 2026-27</a:t>
            </a:r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1015D7-9C55-3369-6031-3A84DD047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891" y="509878"/>
            <a:ext cx="7554698" cy="9948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C781C5-F12E-EB34-3368-1884C57943AA}"/>
              </a:ext>
            </a:extLst>
          </p:cNvPr>
          <p:cNvSpPr/>
          <p:nvPr/>
        </p:nvSpPr>
        <p:spPr>
          <a:xfrm>
            <a:off x="1099595" y="3279649"/>
            <a:ext cx="3393440" cy="23591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>
                <a:solidFill>
                  <a:srgbClr val="C00000"/>
                </a:solidFill>
              </a:rPr>
              <a:t>Presented</a:t>
            </a:r>
            <a:r>
              <a:rPr lang="en-IN"/>
              <a:t> </a:t>
            </a:r>
            <a:r>
              <a:rPr lang="en-IN">
                <a:solidFill>
                  <a:srgbClr val="C00000"/>
                </a:solidFill>
              </a:rPr>
              <a:t>by:</a:t>
            </a:r>
          </a:p>
          <a:p>
            <a:pPr lvl="1"/>
            <a:endParaRPr lang="en-IN"/>
          </a:p>
          <a:p>
            <a:pPr lvl="1"/>
            <a:r>
              <a:rPr lang="en-IN">
                <a:latin typeface="Source Serif 4" panose="020B0604020202020204" charset="0"/>
                <a:ea typeface="Source Serif 4" panose="020B0604020202020204" charset="0"/>
              </a:rPr>
              <a:t>25B11AI316</a:t>
            </a:r>
            <a:r>
              <a:rPr lang="en-IN"/>
              <a:t> – </a:t>
            </a:r>
            <a:r>
              <a:rPr lang="en-IN" err="1">
                <a:latin typeface="Source Serif 4" panose="020B0604020202020204" charset="0"/>
                <a:ea typeface="Source Serif 4" panose="020B0604020202020204" charset="0"/>
              </a:rPr>
              <a:t>G.Sashank</a:t>
            </a:r>
            <a:endParaRPr lang="en-IN">
              <a:latin typeface="Source Serif 4" panose="020B0604020202020204" charset="0"/>
              <a:ea typeface="Source Serif 4" panose="020B0604020202020204" charset="0"/>
            </a:endParaRPr>
          </a:p>
          <a:p>
            <a:pPr lvl="1"/>
            <a:r>
              <a:rPr lang="en-IN">
                <a:latin typeface="Source Serif 4" panose="020B0604020202020204" charset="0"/>
                <a:ea typeface="Source Serif 4" panose="020B0604020202020204" charset="0"/>
              </a:rPr>
              <a:t>25B11AI340</a:t>
            </a:r>
            <a:r>
              <a:rPr lang="en-IN"/>
              <a:t> – </a:t>
            </a:r>
            <a:r>
              <a:rPr lang="en-IN" err="1"/>
              <a:t>G.</a:t>
            </a:r>
            <a:r>
              <a:rPr lang="en-IN" err="1">
                <a:latin typeface="Source Serif 4" panose="020B0604020202020204" charset="0"/>
                <a:ea typeface="Source Serif 4" panose="020B0604020202020204" charset="0"/>
              </a:rPr>
              <a:t>Manoj</a:t>
            </a:r>
            <a:endParaRPr lang="en-IN">
              <a:latin typeface="Source Serif 4" panose="020B0604020202020204" charset="0"/>
              <a:ea typeface="Source Serif 4" panose="020B0604020202020204" charset="0"/>
            </a:endParaRPr>
          </a:p>
          <a:p>
            <a:pPr lvl="1"/>
            <a:r>
              <a:rPr lang="en-IN">
                <a:latin typeface="Source Serif 4" panose="020B0604020202020204" charset="0"/>
                <a:ea typeface="Source Serif 4" panose="020B0604020202020204" charset="0"/>
              </a:rPr>
              <a:t>25B11AI520</a:t>
            </a:r>
            <a:r>
              <a:rPr lang="en-IN"/>
              <a:t> – </a:t>
            </a:r>
            <a:r>
              <a:rPr lang="en-IN" err="1">
                <a:latin typeface="Source Serif 4" panose="020B0604020202020204" charset="0"/>
                <a:ea typeface="Source Serif 4" panose="020B0604020202020204" charset="0"/>
              </a:rPr>
              <a:t>V.Pavithra</a:t>
            </a:r>
            <a:endParaRPr lang="en-IN">
              <a:latin typeface="Source Serif 4" panose="020B0604020202020204" charset="0"/>
              <a:ea typeface="Source Serif 4" panose="020B0604020202020204" charset="0"/>
            </a:endParaRPr>
          </a:p>
          <a:p>
            <a:pPr lvl="1"/>
            <a:r>
              <a:rPr lang="en-IN">
                <a:latin typeface="Source Serif 4" panose="020B0604020202020204" charset="0"/>
                <a:ea typeface="Source Serif 4" panose="020B0604020202020204" charset="0"/>
              </a:rPr>
              <a:t>25B11AI527</a:t>
            </a:r>
            <a:r>
              <a:rPr lang="en-IN"/>
              <a:t> – </a:t>
            </a:r>
            <a:r>
              <a:rPr lang="en-IN" err="1"/>
              <a:t>B.</a:t>
            </a:r>
            <a:r>
              <a:rPr lang="en-IN" err="1">
                <a:latin typeface="Source Serif 4" panose="020B0604020202020204" charset="0"/>
                <a:ea typeface="Source Serif 4" panose="020B0604020202020204" charset="0"/>
              </a:rPr>
              <a:t>Harika</a:t>
            </a:r>
            <a:endParaRPr lang="en-IN">
              <a:latin typeface="Source Serif 4" panose="020B0604020202020204" charset="0"/>
              <a:ea typeface="Source Serif 4" panose="020B0604020202020204" charset="0"/>
            </a:endParaRPr>
          </a:p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EBB912-88ED-E763-10BC-803BC059581B}"/>
              </a:ext>
            </a:extLst>
          </p:cNvPr>
          <p:cNvSpPr txBox="1"/>
          <p:nvPr/>
        </p:nvSpPr>
        <p:spPr>
          <a:xfrm>
            <a:off x="7382328" y="3898096"/>
            <a:ext cx="40476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Source Serif 4" panose="020B0604020202020204" charset="0"/>
                <a:ea typeface="Source Serif 4" panose="020B0604020202020204" charset="0"/>
              </a:rPr>
              <a:t>Guided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  <a:latin typeface="Source Serif 4" panose="020B0604020202020204" charset="0"/>
                <a:ea typeface="Source Serif 4" panose="020B0604020202020204" charset="0"/>
              </a:rPr>
              <a:t>by</a:t>
            </a:r>
            <a:r>
              <a:rPr lang="en-IN" dirty="0">
                <a:solidFill>
                  <a:srgbClr val="C00000"/>
                </a:solidFill>
              </a:rPr>
              <a:t>:</a:t>
            </a:r>
          </a:p>
          <a:p>
            <a:r>
              <a:rPr lang="en-IN" dirty="0">
                <a:solidFill>
                  <a:srgbClr val="C00000"/>
                </a:solidFill>
              </a:rPr>
              <a:t>	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Narasamba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Vanguri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r>
              <a:rPr lang="en-IN" dirty="0">
                <a:solidFill>
                  <a:srgbClr val="C0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A60859-1779-81E7-923A-895D2B6CBCDB}"/>
              </a:ext>
            </a:extLst>
          </p:cNvPr>
          <p:cNvSpPr/>
          <p:nvPr/>
        </p:nvSpPr>
        <p:spPr>
          <a:xfrm>
            <a:off x="1666241" y="5324355"/>
            <a:ext cx="9426164" cy="8732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>
                <a:solidFill>
                  <a:srgbClr val="FF0000"/>
                </a:solidFill>
                <a:latin typeface="Source Serif 4" panose="020B0604020202020204" charset="0"/>
                <a:ea typeface="Source Serif 4" panose="020B0604020202020204" charset="0"/>
              </a:rPr>
              <a:t>Department</a:t>
            </a:r>
            <a:r>
              <a:rPr lang="en-IN" sz="2400">
                <a:latin typeface="Source Serif 4" panose="020B0604020202020204" charset="0"/>
                <a:ea typeface="Source Serif 4" panose="020B0604020202020204" charset="0"/>
              </a:rPr>
              <a:t> : </a:t>
            </a:r>
            <a:r>
              <a:rPr lang="en-IN" sz="2400">
                <a:ln w="0"/>
                <a:solidFill>
                  <a:schemeClr val="accent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Source Serif 4" panose="020B0604020202020204" charset="0"/>
                <a:ea typeface="Source Serif 4" panose="020B0604020202020204" charset="0"/>
              </a:rPr>
              <a:t>Artificial Intelligence and Machine Learning</a:t>
            </a:r>
            <a:endParaRPr lang="en-IN" sz="2400"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latin typeface="Source Serif 4" panose="020B0604020202020204" charset="0"/>
              <a:ea typeface="Source Serif 4" panose="020B060402020202020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2331C8-E7EF-3ED5-35E4-1DC3A40FDE34}"/>
                  </a:ext>
                </a:extLst>
              </p14:cNvPr>
              <p14:cNvContentPartPr/>
              <p14:nvPr/>
            </p14:nvContentPartPr>
            <p14:xfrm>
              <a:off x="11216360" y="6685200"/>
              <a:ext cx="56952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2331C8-E7EF-3ED5-35E4-1DC3A40FDE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53360" y="6559200"/>
                <a:ext cx="6951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67C2F3-6D16-5681-03BE-257EEB96980B}"/>
                  </a:ext>
                </a:extLst>
              </p14:cNvPr>
              <p14:cNvContentPartPr/>
              <p14:nvPr/>
            </p14:nvContentPartPr>
            <p14:xfrm>
              <a:off x="11259861" y="6574536"/>
              <a:ext cx="674398" cy="136008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67C2F3-6D16-5681-03BE-257EEB9698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96884" y="6511402"/>
                <a:ext cx="799993" cy="261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628E023-25A4-9EA1-27D4-B618A1B45527}"/>
                  </a:ext>
                </a:extLst>
              </p14:cNvPr>
              <p14:cNvContentPartPr/>
              <p14:nvPr/>
            </p14:nvContentPartPr>
            <p14:xfrm>
              <a:off x="11153360" y="6633360"/>
              <a:ext cx="915480" cy="165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628E023-25A4-9EA1-27D4-B618A1B455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90360" y="6570497"/>
                <a:ext cx="1041120" cy="290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091CEB8-A043-EB51-0787-755C44BD4BC3}"/>
                  </a:ext>
                </a:extLst>
              </p14:cNvPr>
              <p14:cNvContentPartPr/>
              <p14:nvPr/>
            </p14:nvContentPartPr>
            <p14:xfrm>
              <a:off x="11529920" y="6453000"/>
              <a:ext cx="489240" cy="232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091CEB8-A043-EB51-0787-755C44BD4B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466920" y="6390000"/>
                <a:ext cx="6148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8A84CB0-994F-5E00-25AA-6A6CFAA3C41C}"/>
                  </a:ext>
                </a:extLst>
              </p14:cNvPr>
              <p14:cNvContentPartPr/>
              <p14:nvPr/>
            </p14:nvContentPartPr>
            <p14:xfrm>
              <a:off x="10680600" y="6368256"/>
              <a:ext cx="1316520" cy="215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8A84CB0-994F-5E00-25AA-6A6CFAA3C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17600" y="6305151"/>
                <a:ext cx="1442160" cy="341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053F6A-B537-98DD-9E7D-743BD238CFBC}"/>
                  </a:ext>
                </a:extLst>
              </p14:cNvPr>
              <p14:cNvContentPartPr/>
              <p14:nvPr/>
            </p14:nvContentPartPr>
            <p14:xfrm>
              <a:off x="9509520" y="4858416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053F6A-B537-98DD-9E7D-743BD238CF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446520" y="4795416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34447A73-B763-022F-3357-1C81EC359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7094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0342" y="308865"/>
            <a:ext cx="5827897" cy="547489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00" b="1">
                <a:solidFill>
                  <a:srgbClr val="00B0F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</a:t>
            </a:r>
            <a:endParaRPr lang="en-US" sz="3400">
              <a:solidFill>
                <a:srgbClr val="00B0F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058436" y="985696"/>
            <a:ext cx="4308259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80990" indent="-38099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67" b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a Bank Account Management System?</a:t>
            </a:r>
            <a:endParaRPr lang="en-US" sz="1667"/>
          </a:p>
        </p:txBody>
      </p:sp>
      <p:sp>
        <p:nvSpPr>
          <p:cNvPr id="5" name="Text 2"/>
          <p:cNvSpPr/>
          <p:nvPr/>
        </p:nvSpPr>
        <p:spPr>
          <a:xfrm>
            <a:off x="6811056" y="1490939"/>
            <a:ext cx="4677561" cy="1432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160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Bank Account Management System is a database-based application used to store and manage customer and account information for a bank </a:t>
            </a:r>
            <a:endParaRPr lang="en-US" sz="160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72456" y="3057347"/>
            <a:ext cx="3560861" cy="371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80990" indent="-38099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67" b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DBMS in Bank System?</a:t>
            </a:r>
            <a:endParaRPr lang="en-US" sz="1667"/>
          </a:p>
        </p:txBody>
      </p:sp>
      <p:sp>
        <p:nvSpPr>
          <p:cNvPr id="7" name="Text 4"/>
          <p:cNvSpPr/>
          <p:nvPr/>
        </p:nvSpPr>
        <p:spPr>
          <a:xfrm>
            <a:off x="7251839" y="3558343"/>
            <a:ext cx="4308236" cy="291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Ensures data accuracy and integrity</a:t>
            </a: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endParaRPr lang="en-US" sz="1600">
              <a:solidFill>
                <a:srgbClr val="384653"/>
              </a:solidFill>
              <a:latin typeface="Times New Roman" panose="02020603050405020304" pitchFamily="18" charset="0"/>
              <a:ea typeface="Montserrat" pitchFamily="34" charset="-122"/>
              <a:cs typeface="Times New Roman" panose="02020603050405020304" pitchFamily="18" charset="0"/>
            </a:endParaRP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Supports safe money transfer transactions</a:t>
            </a: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endParaRPr lang="en-US" sz="1600">
              <a:solidFill>
                <a:srgbClr val="384653"/>
              </a:solidFill>
              <a:latin typeface="Times New Roman" panose="02020603050405020304" pitchFamily="18" charset="0"/>
              <a:ea typeface="Montserrat" pitchFamily="34" charset="-122"/>
              <a:cs typeface="Times New Roman" panose="02020603050405020304" pitchFamily="18" charset="0"/>
            </a:endParaRP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Handles many users simultaneously</a:t>
            </a: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endParaRPr lang="en-US" sz="1600">
              <a:solidFill>
                <a:srgbClr val="384653"/>
              </a:solidFill>
              <a:latin typeface="Times New Roman" panose="02020603050405020304" pitchFamily="18" charset="0"/>
              <a:ea typeface="Montserrat" pitchFamily="34" charset="-122"/>
              <a:cs typeface="Times New Roman" panose="02020603050405020304" pitchFamily="18" charset="0"/>
            </a:endParaRP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Reduces data redundancy, duplication</a:t>
            </a: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endParaRPr lang="en-US" sz="1600">
              <a:solidFill>
                <a:srgbClr val="384653"/>
              </a:solidFill>
              <a:latin typeface="Times New Roman" panose="02020603050405020304" pitchFamily="18" charset="0"/>
              <a:ea typeface="Montserrat" pitchFamily="34" charset="-122"/>
              <a:cs typeface="Times New Roman" panose="02020603050405020304" pitchFamily="18" charset="0"/>
            </a:endParaRP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Provides strong security and access control</a:t>
            </a: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380" indent="-257380">
              <a:lnSpc>
                <a:spcPct val="128000"/>
              </a:lnSpc>
              <a:buSzPct val="100000"/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D1A4DC-D0CA-B2B7-86DB-3E864BBAE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4" y="105069"/>
            <a:ext cx="1476157" cy="449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5B7382-BED2-213A-C6C5-1C161DF2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4" y="1783080"/>
            <a:ext cx="6012180" cy="4008120"/>
          </a:xfrm>
          <a:prstGeom prst="rect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sys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6350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05FC96-37AF-13CB-A8CC-9DA2E4A40AB5}"/>
                  </a:ext>
                </a:extLst>
              </p14:cNvPr>
              <p14:cNvContentPartPr/>
              <p14:nvPr/>
            </p14:nvContentPartPr>
            <p14:xfrm>
              <a:off x="11180430" y="677019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05FC96-37AF-13CB-A8CC-9DA2E4A40A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17430" y="670755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859C7A-4239-7DEF-5EF9-3653A237EA10}"/>
                  </a:ext>
                </a:extLst>
              </p14:cNvPr>
              <p14:cNvContentPartPr/>
              <p14:nvPr/>
            </p14:nvContentPartPr>
            <p14:xfrm>
              <a:off x="11147670" y="6557430"/>
              <a:ext cx="904320" cy="205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859C7A-4239-7DEF-5EF9-3653A237EA1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84670" y="6494430"/>
                <a:ext cx="1029960" cy="33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058436" y="985696"/>
            <a:ext cx="4308259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endParaRPr lang="en-US" sz="1667"/>
          </a:p>
        </p:txBody>
      </p:sp>
      <p:sp>
        <p:nvSpPr>
          <p:cNvPr id="7" name="Text 4"/>
          <p:cNvSpPr/>
          <p:nvPr/>
        </p:nvSpPr>
        <p:spPr>
          <a:xfrm>
            <a:off x="5300172" y="3801412"/>
            <a:ext cx="4308236" cy="291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  <a:buSzPct val="100000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C85B41-D6C9-4225-4CFE-B420099F9F19}"/>
                  </a:ext>
                </a:extLst>
              </p14:cNvPr>
              <p14:cNvContentPartPr/>
              <p14:nvPr/>
            </p14:nvContentPartPr>
            <p14:xfrm>
              <a:off x="11154090" y="6568125"/>
              <a:ext cx="909720" cy="208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C85B41-D6C9-4225-4CFE-B420099F9F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1090" y="6505016"/>
                <a:ext cx="1035360" cy="334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3487D2E-1392-9B72-3158-5A083E300A03}"/>
                  </a:ext>
                </a:extLst>
              </p14:cNvPr>
              <p14:cNvContentPartPr/>
              <p14:nvPr/>
            </p14:nvContentPartPr>
            <p14:xfrm>
              <a:off x="11622090" y="609760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3487D2E-1392-9B72-3158-5A083E300A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59090" y="6034605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16D1841-3DD8-5185-4901-3593B92132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81075"/>
            <a:ext cx="13030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4729" y="418653"/>
            <a:ext cx="10928152" cy="29686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00" b="1">
                <a:solidFill>
                  <a:srgbClr val="00B0F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</a:t>
            </a:r>
            <a:endParaRPr lang="en-US" sz="340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33247" y="1050133"/>
            <a:ext cx="1153775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250000"/>
              </a:lnSpc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Manual banking processes introduce critical inefficiencies that compromise transaction accuracy and financial security.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01841" y="2686325"/>
            <a:ext cx="4647465" cy="40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80990" indent="-38099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867" b="1">
                <a:solidFill>
                  <a:srgbClr val="2E3C4E"/>
                </a:solidFill>
                <a:latin typeface="Arial Black" panose="020B0A04020102020204" pitchFamily="34" charset="0"/>
                <a:ea typeface="Barlow Bold" pitchFamily="34" charset="-122"/>
                <a:cs typeface="Barlow Bold" pitchFamily="34" charset="-120"/>
              </a:rPr>
              <a:t>Key Challenges</a:t>
            </a:r>
            <a:endParaRPr lang="en-US" sz="1867">
              <a:latin typeface="Arial Black" panose="020B0A040201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18961" y="3091536"/>
            <a:ext cx="5061700" cy="3347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35463" indent="-135463">
              <a:lnSpc>
                <a:spcPct val="250000"/>
              </a:lnSpc>
              <a:buSzPct val="100000"/>
              <a:buChar char="•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Paper-based records prone to loss and damage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5463" indent="-135463">
              <a:lnSpc>
                <a:spcPct val="250000"/>
              </a:lnSpc>
              <a:buSzPct val="100000"/>
              <a:buChar char="•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Duplicate customer entries causing data inconsistency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5463" indent="-135463">
              <a:lnSpc>
                <a:spcPct val="250000"/>
              </a:lnSpc>
              <a:buSzPct val="100000"/>
              <a:buChar char="•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Slow manual retrieval delaying transaction processing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5463" indent="-135463">
              <a:lnSpc>
                <a:spcPct val="250000"/>
              </a:lnSpc>
              <a:buSzPct val="100000"/>
              <a:buChar char="•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Billing errors from manual calculations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5463" indent="-135463">
              <a:lnSpc>
                <a:spcPct val="250000"/>
              </a:lnSpc>
              <a:buSzPct val="100000"/>
              <a:buChar char="•"/>
            </a:pPr>
            <a:r>
              <a:rPr lang="en-US" sz="1600">
                <a:solidFill>
                  <a:srgbClr val="384653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No centralized database for cross-branch access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69320-EF39-A92E-D696-B4BDC8F8F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3" y="185677"/>
            <a:ext cx="1330948" cy="405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B4FDF-E68F-C076-24AF-30C8D0EFB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50" y="2048719"/>
            <a:ext cx="5368653" cy="4481649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4CE399-96A0-35EC-5B5D-3EA251C969EE}"/>
                  </a:ext>
                </a:extLst>
              </p14:cNvPr>
              <p14:cNvContentPartPr/>
              <p14:nvPr/>
            </p14:nvContentPartPr>
            <p14:xfrm>
              <a:off x="11959470" y="660639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4CE399-96A0-35EC-5B5D-3EA251C969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96470" y="654339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52419D5-E6E9-E71C-7670-C9556150FC9A}"/>
                  </a:ext>
                </a:extLst>
              </p14:cNvPr>
              <p14:cNvContentPartPr/>
              <p14:nvPr/>
            </p14:nvContentPartPr>
            <p14:xfrm>
              <a:off x="11276592" y="6632360"/>
              <a:ext cx="789396" cy="1053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52419D5-E6E9-E71C-7670-C9556150FC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13959" y="6569420"/>
                <a:ext cx="915023" cy="230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185-C1AF-01D6-4707-93AABC120070}"/>
                  </a:ext>
                </a:extLst>
              </p14:cNvPr>
              <p14:cNvContentPartPr/>
              <p14:nvPr/>
            </p14:nvContentPartPr>
            <p14:xfrm>
              <a:off x="11103390" y="6603870"/>
              <a:ext cx="148320" cy="128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185-C1AF-01D6-4707-93AABC1200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40390" y="6541230"/>
                <a:ext cx="273960" cy="25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66ADEAF-34EE-F79A-7FC6-B65F923AE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63C40E4-3E45-953B-E3F8-AA6111913B78}"/>
                  </a:ext>
                </a:extLst>
              </p14:cNvPr>
              <p14:cNvContentPartPr/>
              <p14:nvPr/>
            </p14:nvContentPartPr>
            <p14:xfrm>
              <a:off x="917940" y="116199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63C40E4-3E45-953B-E3F8-AA6111913B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940" y="109899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039B292-3C35-F3A8-AA5E-91A0242E60F5}"/>
                  </a:ext>
                </a:extLst>
              </p14:cNvPr>
              <p14:cNvContentPartPr/>
              <p14:nvPr/>
            </p14:nvContentPartPr>
            <p14:xfrm>
              <a:off x="1300320" y="49752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039B292-3C35-F3A8-AA5E-91A0242E60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37320" y="43452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16DF328-5D7A-32A3-26AB-13A610260E5F}"/>
                  </a:ext>
                </a:extLst>
              </p14:cNvPr>
              <p14:cNvContentPartPr/>
              <p14:nvPr/>
            </p14:nvContentPartPr>
            <p14:xfrm>
              <a:off x="300240" y="355320"/>
              <a:ext cx="2616480" cy="452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16DF328-5D7A-32A3-26AB-13A610260E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7240" y="292320"/>
                <a:ext cx="274212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40B0214-20C1-3BDE-CB0F-1620D01B37B1}"/>
                  </a:ext>
                </a:extLst>
              </p14:cNvPr>
              <p14:cNvContentPartPr/>
              <p14:nvPr/>
            </p14:nvContentPartPr>
            <p14:xfrm>
              <a:off x="2758320" y="614520"/>
              <a:ext cx="206640" cy="55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40B0214-20C1-3BDE-CB0F-1620D01B37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95430" y="551924"/>
                <a:ext cx="332061" cy="180635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8920FCA9-4CF7-9C60-B570-74C099EE5FA5}"/>
              </a:ext>
            </a:extLst>
          </p:cNvPr>
          <p:cNvGrpSpPr/>
          <p:nvPr/>
        </p:nvGrpSpPr>
        <p:grpSpPr>
          <a:xfrm>
            <a:off x="167400" y="253800"/>
            <a:ext cx="1906560" cy="452520"/>
            <a:chOff x="167400" y="253800"/>
            <a:chExt cx="190656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B3F0CDF-9E26-76FD-2D8E-F1DEBF87A5A5}"/>
                    </a:ext>
                  </a:extLst>
                </p14:cNvPr>
                <p14:cNvContentPartPr/>
                <p14:nvPr/>
              </p14:nvContentPartPr>
              <p14:xfrm>
                <a:off x="726120" y="38592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B3F0CDF-9E26-76FD-2D8E-F1DEBF87A5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3120" y="3229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2D057D-8C49-A4DD-467D-A59DB16BD97F}"/>
                    </a:ext>
                  </a:extLst>
                </p14:cNvPr>
                <p14:cNvContentPartPr/>
                <p14:nvPr/>
              </p14:nvContentPartPr>
              <p14:xfrm>
                <a:off x="167400" y="345240"/>
                <a:ext cx="894960" cy="361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2D057D-8C49-A4DD-467D-A59DB16BD9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400" y="282240"/>
                  <a:ext cx="10206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ABE5888-8382-B3CC-350A-E7CEFFE0EC11}"/>
                    </a:ext>
                  </a:extLst>
                </p14:cNvPr>
                <p14:cNvContentPartPr/>
                <p14:nvPr/>
              </p14:nvContentPartPr>
              <p14:xfrm>
                <a:off x="436680" y="253800"/>
                <a:ext cx="1637280" cy="34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ABE5888-8382-B3CC-350A-E7CEFFE0EC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3680" y="190800"/>
                  <a:ext cx="1762920" cy="471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A3D6330-AC3A-6E7C-3E77-2CC6174BD3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400" y="120161"/>
            <a:ext cx="1330948" cy="4056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29BF3-8B02-116F-7BD2-A8DAA5990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2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8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03947" y="400796"/>
            <a:ext cx="10928152" cy="501153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lIns="0" tIns="0" rIns="0" bIns="0" rtlCol="0" anchor="t"/>
          <a:lstStyle/>
          <a:p>
            <a:pPr defTabSz="1219170">
              <a:lnSpc>
                <a:spcPct val="104000"/>
              </a:lnSpc>
              <a:defRPr/>
            </a:pPr>
            <a:r>
              <a:rPr lang="en-US" sz="3400" b="1">
                <a:solidFill>
                  <a:srgbClr val="00B0F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Entities &amp; Attributes</a:t>
            </a:r>
            <a:endParaRPr lang="en-US" sz="3400">
              <a:solidFill>
                <a:srgbClr val="00B0F0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1924" y="1139829"/>
            <a:ext cx="10928152" cy="449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ctr" defTabSz="1219170">
              <a:lnSpc>
                <a:spcPct val="123000"/>
              </a:lnSpc>
              <a:defRPr/>
            </a:pPr>
            <a:r>
              <a:rPr lang="en-US" sz="13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relational model comprises </a:t>
            </a:r>
            <a:r>
              <a:rPr lang="en-US" sz="1333" b="1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 core entities</a:t>
            </a:r>
            <a:r>
              <a:rPr lang="en-US" sz="13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Primary Keys (PK) uniquely identify records; Foreign Keys (FK) enforce referential integrity across relationships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56897" y="1944592"/>
            <a:ext cx="10744151" cy="4384267"/>
          </a:xfrm>
          <a:prstGeom prst="roundRect">
            <a:avLst>
              <a:gd name="adj" fmla="val 5214"/>
            </a:avLst>
          </a:prstGeom>
          <a:ln/>
          <a:effectLst>
            <a:glow rad="101600">
              <a:srgbClr val="00B0F0">
                <a:alpha val="60000"/>
              </a:srgb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2400" dirty="0"/>
          </a:p>
        </p:txBody>
      </p:sp>
      <p:sp>
        <p:nvSpPr>
          <p:cNvPr id="5" name="Shape 3"/>
          <p:cNvSpPr/>
          <p:nvPr/>
        </p:nvSpPr>
        <p:spPr>
          <a:xfrm>
            <a:off x="631924" y="2314576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31924" y="2712444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1924" y="3110310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1924" y="3508177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1924" y="3906045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1924" y="4303912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1924" y="4701780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1924" y="5099646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1924" y="5497513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1924" y="5895381"/>
            <a:ext cx="10928152" cy="952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90774" y="2003326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b="1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Entity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73784" y="2003326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b="1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Primary Key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39905" y="2003326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b="1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Foreign Keys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0774" y="2401194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prstClr val="black"/>
                </a:solidFill>
                <a:latin typeface="Calibri" panose="020F0502020204030204"/>
              </a:rPr>
              <a:t>Branch</a:t>
            </a:r>
          </a:p>
        </p:txBody>
      </p:sp>
      <p:sp>
        <p:nvSpPr>
          <p:cNvPr id="19" name="Text 17"/>
          <p:cNvSpPr/>
          <p:nvPr/>
        </p:nvSpPr>
        <p:spPr>
          <a:xfrm>
            <a:off x="2973784" y="2401194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39905" y="2401194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0774" y="2799061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Customer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73784" y="2799061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39905" y="2799061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__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0774" y="3196929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Accounts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73784" y="3196929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39905" y="3196929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</a:rPr>
              <a:t>Customer_ID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(FK), </a:t>
            </a:r>
            <a:r>
              <a:rPr lang="en-US" sz="1133" err="1">
                <a:solidFill>
                  <a:srgbClr val="384653"/>
                </a:solidFill>
                <a:latin typeface="Montserrat" pitchFamily="34" charset="0"/>
              </a:rPr>
              <a:t>branch_ID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0774" y="3594795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Transactions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73784" y="3594795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39905" y="3594795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0774" y="3992662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Employees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973784" y="3992662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39905" y="3992662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0774" y="4390530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Loans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73784" y="4390530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loan_ID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39905" y="4390530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(FK), </a:t>
            </a: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0774" y="4788397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Cards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973784" y="4788397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39905" y="4788397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0774" y="5186263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>
                <a:solidFill>
                  <a:srgbClr val="384653"/>
                </a:solidFill>
                <a:latin typeface="Montserrat" pitchFamily="34" charset="0"/>
              </a:rPr>
              <a:t>Notifications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973784" y="5186263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39905" y="5186263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0774" y="5584131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</a:rPr>
              <a:t>Fixed_deposits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973784" y="5584131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fd_ID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339905" y="5584131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90774" y="5981998"/>
            <a:ext cx="2488009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</a:rPr>
              <a:t>Kyc_documents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973784" y="5981998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39905" y="5981998"/>
            <a:ext cx="4671120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23000"/>
              </a:lnSpc>
              <a:defRPr/>
            </a:pPr>
            <a:r>
              <a:rPr lang="en-US" sz="1133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customer_ID</a:t>
            </a:r>
            <a:r>
              <a:rPr lang="en-US" sz="1133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(FK)</a:t>
            </a:r>
            <a:endParaRPr lang="en-US" sz="1133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3785C5E-20C4-8F2E-DB9F-C95DE8AE2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43" y="185677"/>
            <a:ext cx="1330948" cy="4056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D7BD7EB-0338-E351-0C45-2DCBFDFB81E7}"/>
                  </a:ext>
                </a:extLst>
              </p14:cNvPr>
              <p14:cNvContentPartPr/>
              <p14:nvPr/>
            </p14:nvContentPartPr>
            <p14:xfrm>
              <a:off x="11145510" y="6594150"/>
              <a:ext cx="898200" cy="1670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D7BD7EB-0338-E351-0C45-2DCBFDFB81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82870" y="6531510"/>
                <a:ext cx="1023840" cy="29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DDF2E-604D-10A9-5784-A40573789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A0C71-41CD-5479-03AB-770E673C2207}"/>
              </a:ext>
            </a:extLst>
          </p:cNvPr>
          <p:cNvSpPr txBox="1"/>
          <p:nvPr/>
        </p:nvSpPr>
        <p:spPr>
          <a:xfrm>
            <a:off x="359229" y="65314"/>
            <a:ext cx="11519808" cy="646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- DIAGRAM</a:t>
            </a:r>
          </a:p>
        </p:txBody>
      </p:sp>
    </p:spTree>
    <p:extLst>
      <p:ext uri="{BB962C8B-B14F-4D97-AF65-F5344CB8AC3E}">
        <p14:creationId xmlns:p14="http://schemas.microsoft.com/office/powerpoint/2010/main" val="437783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1" y="1457623"/>
            <a:ext cx="10477500" cy="10950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1" y="2724149"/>
            <a:ext cx="10477500" cy="10096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1" y="3905249"/>
            <a:ext cx="10477500" cy="10096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1" y="5086349"/>
            <a:ext cx="10477500" cy="100965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253" y="1614229"/>
            <a:ext cx="720823" cy="84292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475" y="2924175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475" y="4105275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475" y="5286375"/>
            <a:ext cx="609600" cy="609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9212" y="1914526"/>
            <a:ext cx="2381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09775" y="1696632"/>
            <a:ext cx="3220403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>
                <a:solidFill>
                  <a:srgbClr val="0F172A"/>
                </a:solidFill>
                <a:latin typeface="Poppins SemiBold"/>
              </a:rPr>
              <a:t>MySQL &amp; 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9775" y="2030009"/>
            <a:ext cx="3067051" cy="436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>
                <a:solidFill>
                  <a:srgbClr val="64748B"/>
                </a:solidFill>
                <a:latin typeface="Lato"/>
              </a:rPr>
              <a:t>Relational database engine and query language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4926" y="3095626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89774" y="2869964"/>
            <a:ext cx="3310413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>
                <a:solidFill>
                  <a:srgbClr val="0F172A"/>
                </a:solidFill>
                <a:latin typeface="Poppins SemiBold"/>
              </a:rPr>
              <a:t>MySQL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3589" y="3188281"/>
            <a:ext cx="3152775" cy="436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>
                <a:solidFill>
                  <a:srgbClr val="64748B"/>
                </a:solidFill>
                <a:latin typeface="Lato"/>
              </a:rPr>
              <a:t>Schema design, visualization, and administration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5875" y="4276726"/>
            <a:ext cx="3048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09777" y="4129087"/>
            <a:ext cx="2430303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>
                <a:solidFill>
                  <a:srgbClr val="0F172A"/>
                </a:solidFill>
                <a:latin typeface="Poppins SemiBold"/>
              </a:rPr>
              <a:t>Draw.io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9778" y="4462464"/>
            <a:ext cx="2430302" cy="452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dirty="0">
                <a:solidFill>
                  <a:srgbClr val="64748B"/>
                </a:solidFill>
                <a:latin typeface="Lato"/>
              </a:rPr>
              <a:t>ER diagrams</a:t>
            </a:r>
            <a:r>
              <a:rPr lang="en-IN" sz="1200" dirty="0">
                <a:solidFill>
                  <a:srgbClr val="64748B"/>
                </a:solidFill>
                <a:latin typeface="Lato"/>
              </a:rPr>
              <a:t>, </a:t>
            </a:r>
            <a:r>
              <a:rPr sz="1200" dirty="0">
                <a:solidFill>
                  <a:srgbClr val="64748B"/>
                </a:solidFill>
                <a:latin typeface="Lato"/>
              </a:rPr>
              <a:t>system flowcharts</a:t>
            </a:r>
            <a:r>
              <a:rPr lang="en-IN" sz="1200" dirty="0">
                <a:solidFill>
                  <a:srgbClr val="64748B"/>
                </a:solidFill>
                <a:latin typeface="Lato"/>
              </a:rPr>
              <a:t> and also for database architecture</a:t>
            </a:r>
            <a:endParaRPr sz="1200" dirty="0">
              <a:solidFill>
                <a:srgbClr val="64748B"/>
              </a:solidFill>
              <a:latin typeface="Lato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8264" y="5457826"/>
            <a:ext cx="20002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74769" y="5201712"/>
            <a:ext cx="3290411" cy="242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>
                <a:solidFill>
                  <a:srgbClr val="0F172A"/>
                </a:solidFill>
                <a:latin typeface="Poppins SemiBold"/>
              </a:rPr>
              <a:t>Microsoft PowerPoint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9776" y="5565518"/>
            <a:ext cx="3133725" cy="436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>
                <a:solidFill>
                  <a:srgbClr val="64748B"/>
                </a:solidFill>
                <a:latin typeface="Lato"/>
              </a:rPr>
              <a:t>Project documentation and review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5769" y="440962"/>
            <a:ext cx="6378689" cy="43871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1" b="1">
                <a:solidFill>
                  <a:srgbClr val="00B0F0"/>
                </a:solidFill>
                <a:latin typeface="Poppins"/>
              </a:rPr>
              <a:t>Technologies </a:t>
            </a:r>
            <a:r>
              <a:rPr lang="en-US" sz="2851" b="1">
                <a:solidFill>
                  <a:srgbClr val="00B0F0"/>
                </a:solidFill>
                <a:latin typeface="Poppins"/>
              </a:rPr>
              <a:t>Required</a:t>
            </a:r>
            <a:endParaRPr sz="2851" b="1">
              <a:solidFill>
                <a:srgbClr val="00B0F0"/>
              </a:solidFill>
              <a:latin typeface="Poppin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1501" y="1019175"/>
            <a:ext cx="7348537" cy="190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9DFBD0-28F2-225A-1A69-CEAE60726C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0243" y="185677"/>
            <a:ext cx="1330948" cy="4056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23B06C-D600-150C-4360-B3344546B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16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BC8A29-F9B7-0381-4B80-16A2B449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9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Bank-Account-Management-System</Template>
  <TotalTime>94</TotalTime>
  <Words>381</Words>
  <Application>Microsoft Office PowerPoint</Application>
  <PresentationFormat>Widescreen</PresentationFormat>
  <Paragraphs>85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Aptos</vt:lpstr>
      <vt:lpstr>Wingdings</vt:lpstr>
      <vt:lpstr>Arial</vt:lpstr>
      <vt:lpstr>Montserrat</vt:lpstr>
      <vt:lpstr>Calibri</vt:lpstr>
      <vt:lpstr>Arial Black</vt:lpstr>
      <vt:lpstr>Barlow Bold</vt:lpstr>
      <vt:lpstr>Montserrat Bold</vt:lpstr>
      <vt:lpstr>Lato</vt:lpstr>
      <vt:lpstr>Platypi Medium</vt:lpstr>
      <vt:lpstr>Poppins</vt:lpstr>
      <vt:lpstr>Poppins SemiBold</vt:lpstr>
      <vt:lpstr>Source Serif 4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chebrolu mounika</dc:creator>
  <cp:lastModifiedBy>chebrolu mounika</cp:lastModifiedBy>
  <cp:revision>7</cp:revision>
  <dcterms:created xsi:type="dcterms:W3CDTF">2026-08-09T15:30:17Z</dcterms:created>
  <dcterms:modified xsi:type="dcterms:W3CDTF">2026-08-12T15:27:59Z</dcterms:modified>
</cp:coreProperties>
</file>